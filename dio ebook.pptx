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61" r:id="rId2"/>
    <p:sldId id="267" r:id="rId3"/>
    <p:sldId id="275" r:id="rId4"/>
    <p:sldId id="276" r:id="rId5"/>
    <p:sldId id="271" r:id="rId6"/>
    <p:sldId id="266" r:id="rId7"/>
    <p:sldId id="277" r:id="rId8"/>
    <p:sldId id="265" r:id="rId9"/>
    <p:sldId id="274" r:id="rId10"/>
    <p:sldId id="264" r:id="rId11"/>
    <p:sldId id="279" r:id="rId12"/>
    <p:sldId id="281" r:id="rId13"/>
    <p:sldId id="268" r:id="rId14"/>
    <p:sldId id="278" r:id="rId15"/>
    <p:sldId id="282" r:id="rId16"/>
    <p:sldId id="269" r:id="rId17"/>
    <p:sldId id="280" r:id="rId18"/>
    <p:sldId id="283" r:id="rId19"/>
    <p:sldId id="285" r:id="rId20"/>
    <p:sldId id="284" r:id="rId21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1588D"/>
    <a:srgbClr val="015AAB"/>
    <a:srgbClr val="01539D"/>
    <a:srgbClr val="B9F385"/>
    <a:srgbClr val="E997D9"/>
    <a:srgbClr val="0162BB"/>
    <a:srgbClr val="0158A7"/>
    <a:srgbClr val="0159AA"/>
    <a:srgbClr val="125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2E5DA-72B1-4CD9-8A31-182E78F5634E}" v="242" dt="2025-01-13T14:52:31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5324" autoAdjust="0"/>
  </p:normalViewPr>
  <p:slideViewPr>
    <p:cSldViewPr snapToGrid="0">
      <p:cViewPr varScale="1">
        <p:scale>
          <a:sx n="44" d="100"/>
          <a:sy n="44" d="100"/>
        </p:scale>
        <p:origin x="1884" y="54"/>
      </p:cViewPr>
      <p:guideLst>
        <p:guide orient="horz" pos="4032"/>
        <p:guide pos="30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a Albuquerque Ribeiro dos Anjos" userId="99f47940-580c-44c8-b511-7c42fb78cd44" providerId="ADAL" clId="{2A72E5DA-72B1-4CD9-8A31-182E78F5634E}"/>
    <pc:docChg chg="undo redo custSel addSld delSld modSld sldOrd">
      <pc:chgData name="Carla Albuquerque Ribeiro dos Anjos" userId="99f47940-580c-44c8-b511-7c42fb78cd44" providerId="ADAL" clId="{2A72E5DA-72B1-4CD9-8A31-182E78F5634E}" dt="2025-01-13T14:52:03.376" v="3046" actId="29295"/>
      <pc:docMkLst>
        <pc:docMk/>
      </pc:docMkLst>
      <pc:sldChg chg="addSp delSp modSp del mod">
        <pc:chgData name="Carla Albuquerque Ribeiro dos Anjos" userId="99f47940-580c-44c8-b511-7c42fb78cd44" providerId="ADAL" clId="{2A72E5DA-72B1-4CD9-8A31-182E78F5634E}" dt="2025-01-10T20:53:14.475" v="1427" actId="47"/>
        <pc:sldMkLst>
          <pc:docMk/>
          <pc:sldMk cId="3350063182" sldId="257"/>
        </pc:sldMkLst>
        <pc:spChg chg="add mod">
          <ac:chgData name="Carla Albuquerque Ribeiro dos Anjos" userId="99f47940-580c-44c8-b511-7c42fb78cd44" providerId="ADAL" clId="{2A72E5DA-72B1-4CD9-8A31-182E78F5634E}" dt="2025-01-10T20:20:57.825" v="1258" actId="1076"/>
          <ac:spMkLst>
            <pc:docMk/>
            <pc:sldMk cId="3350063182" sldId="257"/>
            <ac:spMk id="2" creationId="{583E6A01-6508-0CD2-3043-75267C32694E}"/>
          </ac:spMkLst>
        </pc:spChg>
        <pc:spChg chg="add mod">
          <ac:chgData name="Carla Albuquerque Ribeiro dos Anjos" userId="99f47940-580c-44c8-b511-7c42fb78cd44" providerId="ADAL" clId="{2A72E5DA-72B1-4CD9-8A31-182E78F5634E}" dt="2025-01-10T20:21:50.995" v="1259" actId="1076"/>
          <ac:spMkLst>
            <pc:docMk/>
            <pc:sldMk cId="3350063182" sldId="257"/>
            <ac:spMk id="3" creationId="{3688ED47-53DE-9B4B-BE59-C572E8CDF072}"/>
          </ac:spMkLst>
        </pc:spChg>
        <pc:spChg chg="add mod">
          <ac:chgData name="Carla Albuquerque Ribeiro dos Anjos" userId="99f47940-580c-44c8-b511-7c42fb78cd44" providerId="ADAL" clId="{2A72E5DA-72B1-4CD9-8A31-182E78F5634E}" dt="2025-01-10T20:22:41.468" v="1265" actId="1076"/>
          <ac:spMkLst>
            <pc:docMk/>
            <pc:sldMk cId="3350063182" sldId="257"/>
            <ac:spMk id="4" creationId="{22109DFC-1770-6E30-C385-6BFDD107D43C}"/>
          </ac:spMkLst>
        </pc:spChg>
        <pc:spChg chg="add del mod">
          <ac:chgData name="Carla Albuquerque Ribeiro dos Anjos" userId="99f47940-580c-44c8-b511-7c42fb78cd44" providerId="ADAL" clId="{2A72E5DA-72B1-4CD9-8A31-182E78F5634E}" dt="2025-01-10T20:22:51.243" v="1270" actId="478"/>
          <ac:spMkLst>
            <pc:docMk/>
            <pc:sldMk cId="3350063182" sldId="257"/>
            <ac:spMk id="5" creationId="{875DE39F-6DAE-FEA1-3E03-C2DF75F5ADC4}"/>
          </ac:spMkLst>
        </pc:spChg>
        <pc:spChg chg="add del mod">
          <ac:chgData name="Carla Albuquerque Ribeiro dos Anjos" userId="99f47940-580c-44c8-b511-7c42fb78cd44" providerId="ADAL" clId="{2A72E5DA-72B1-4CD9-8A31-182E78F5634E}" dt="2025-01-10T20:22:45.907" v="1268" actId="478"/>
          <ac:spMkLst>
            <pc:docMk/>
            <pc:sldMk cId="3350063182" sldId="257"/>
            <ac:spMk id="6" creationId="{A228FF43-6DAC-9036-AA00-30CF99C42876}"/>
          </ac:spMkLst>
        </pc:spChg>
        <pc:spChg chg="add del mod">
          <ac:chgData name="Carla Albuquerque Ribeiro dos Anjos" userId="99f47940-580c-44c8-b511-7c42fb78cd44" providerId="ADAL" clId="{2A72E5DA-72B1-4CD9-8A31-182E78F5634E}" dt="2025-01-10T20:22:27.574" v="1263" actId="478"/>
          <ac:spMkLst>
            <pc:docMk/>
            <pc:sldMk cId="3350063182" sldId="257"/>
            <ac:spMk id="7" creationId="{40368FF2-9FA4-ED96-B38E-E10D8F46503D}"/>
          </ac:spMkLst>
        </pc:spChg>
      </pc:sldChg>
      <pc:sldChg chg="del ord">
        <pc:chgData name="Carla Albuquerque Ribeiro dos Anjos" userId="99f47940-580c-44c8-b511-7c42fb78cd44" providerId="ADAL" clId="{2A72E5DA-72B1-4CD9-8A31-182E78F5634E}" dt="2025-01-10T20:23:16.249" v="1276" actId="47"/>
        <pc:sldMkLst>
          <pc:docMk/>
          <pc:sldMk cId="3471562797" sldId="258"/>
        </pc:sldMkLst>
      </pc:sldChg>
      <pc:sldChg chg="addSp delSp modSp add del mod ord">
        <pc:chgData name="Carla Albuquerque Ribeiro dos Anjos" userId="99f47940-580c-44c8-b511-7c42fb78cd44" providerId="ADAL" clId="{2A72E5DA-72B1-4CD9-8A31-182E78F5634E}" dt="2025-01-10T20:54:20.915" v="1435" actId="47"/>
        <pc:sldMkLst>
          <pc:docMk/>
          <pc:sldMk cId="2798511297" sldId="259"/>
        </pc:sldMkLst>
        <pc:spChg chg="del">
          <ac:chgData name="Carla Albuquerque Ribeiro dos Anjos" userId="99f47940-580c-44c8-b511-7c42fb78cd44" providerId="ADAL" clId="{2A72E5DA-72B1-4CD9-8A31-182E78F5634E}" dt="2025-01-10T18:35:14.656" v="641" actId="478"/>
          <ac:spMkLst>
            <pc:docMk/>
            <pc:sldMk cId="2798511297" sldId="259"/>
            <ac:spMk id="2" creationId="{BDD40ACB-DDF2-E40B-CDDF-C571F84487F6}"/>
          </ac:spMkLst>
        </pc:spChg>
        <pc:spChg chg="add mod">
          <ac:chgData name="Carla Albuquerque Ribeiro dos Anjos" userId="99f47940-580c-44c8-b511-7c42fb78cd44" providerId="ADAL" clId="{2A72E5DA-72B1-4CD9-8A31-182E78F5634E}" dt="2025-01-10T18:57:26.132" v="790" actId="1076"/>
          <ac:spMkLst>
            <pc:docMk/>
            <pc:sldMk cId="2798511297" sldId="259"/>
            <ac:spMk id="10" creationId="{366C0B7B-DF80-7E9E-C2AD-BA1D990F3581}"/>
          </ac:spMkLst>
        </pc:spChg>
        <pc:spChg chg="add mod">
          <ac:chgData name="Carla Albuquerque Ribeiro dos Anjos" userId="99f47940-580c-44c8-b511-7c42fb78cd44" providerId="ADAL" clId="{2A72E5DA-72B1-4CD9-8A31-182E78F5634E}" dt="2025-01-10T18:49:23.807" v="711" actId="1076"/>
          <ac:spMkLst>
            <pc:docMk/>
            <pc:sldMk cId="2798511297" sldId="259"/>
            <ac:spMk id="12" creationId="{147AD0ED-23AA-FC7A-0CCF-5D6B5F81E308}"/>
          </ac:spMkLst>
        </pc:spChg>
        <pc:picChg chg="mod">
          <ac:chgData name="Carla Albuquerque Ribeiro dos Anjos" userId="99f47940-580c-44c8-b511-7c42fb78cd44" providerId="ADAL" clId="{2A72E5DA-72B1-4CD9-8A31-182E78F5634E}" dt="2025-01-10T18:48:17.069" v="700" actId="1076"/>
          <ac:picMkLst>
            <pc:docMk/>
            <pc:sldMk cId="2798511297" sldId="259"/>
            <ac:picMk id="9" creationId="{DC2A9A3A-E258-10FD-A227-0BA50C462685}"/>
          </ac:picMkLst>
        </pc:picChg>
      </pc:sldChg>
      <pc:sldChg chg="addSp delSp modSp del mod ord">
        <pc:chgData name="Carla Albuquerque Ribeiro dos Anjos" userId="99f47940-580c-44c8-b511-7c42fb78cd44" providerId="ADAL" clId="{2A72E5DA-72B1-4CD9-8A31-182E78F5634E}" dt="2025-01-10T19:51:10.237" v="1155" actId="47"/>
        <pc:sldMkLst>
          <pc:docMk/>
          <pc:sldMk cId="2201893285" sldId="260"/>
        </pc:sldMkLst>
        <pc:spChg chg="add del">
          <ac:chgData name="Carla Albuquerque Ribeiro dos Anjos" userId="99f47940-580c-44c8-b511-7c42fb78cd44" providerId="ADAL" clId="{2A72E5DA-72B1-4CD9-8A31-182E78F5634E}" dt="2025-01-10T18:24:40.691" v="580" actId="22"/>
          <ac:spMkLst>
            <pc:docMk/>
            <pc:sldMk cId="2201893285" sldId="260"/>
            <ac:spMk id="6" creationId="{3AE9215C-EDCB-D507-DC4D-0F0A5C755C7D}"/>
          </ac:spMkLst>
        </pc:spChg>
        <pc:spChg chg="add mod">
          <ac:chgData name="Carla Albuquerque Ribeiro dos Anjos" userId="99f47940-580c-44c8-b511-7c42fb78cd44" providerId="ADAL" clId="{2A72E5DA-72B1-4CD9-8A31-182E78F5634E}" dt="2025-01-10T18:26:35.855" v="596" actId="1076"/>
          <ac:spMkLst>
            <pc:docMk/>
            <pc:sldMk cId="2201893285" sldId="260"/>
            <ac:spMk id="8" creationId="{6C841F05-F761-2127-FCA5-D4B6381A2765}"/>
          </ac:spMkLst>
        </pc:spChg>
        <pc:picChg chg="del">
          <ac:chgData name="Carla Albuquerque Ribeiro dos Anjos" userId="99f47940-580c-44c8-b511-7c42fb78cd44" providerId="ADAL" clId="{2A72E5DA-72B1-4CD9-8A31-182E78F5634E}" dt="2025-01-10T18:23:45.929" v="576" actId="478"/>
          <ac:picMkLst>
            <pc:docMk/>
            <pc:sldMk cId="2201893285" sldId="260"/>
            <ac:picMk id="4" creationId="{C59A0AF5-F31D-57CE-239B-3B5273E19276}"/>
          </ac:picMkLst>
        </pc:picChg>
      </pc:sldChg>
      <pc:sldChg chg="addSp delSp modSp mod ord">
        <pc:chgData name="Carla Albuquerque Ribeiro dos Anjos" userId="99f47940-580c-44c8-b511-7c42fb78cd44" providerId="ADAL" clId="{2A72E5DA-72B1-4CD9-8A31-182E78F5634E}" dt="2025-01-13T14:50:03.942" v="2696" actId="14100"/>
        <pc:sldMkLst>
          <pc:docMk/>
          <pc:sldMk cId="3021809903" sldId="261"/>
        </pc:sldMkLst>
        <pc:spChg chg="add del mod">
          <ac:chgData name="Carla Albuquerque Ribeiro dos Anjos" userId="99f47940-580c-44c8-b511-7c42fb78cd44" providerId="ADAL" clId="{2A72E5DA-72B1-4CD9-8A31-182E78F5634E}" dt="2025-01-10T18:12:41.224" v="431" actId="478"/>
          <ac:spMkLst>
            <pc:docMk/>
            <pc:sldMk cId="3021809903" sldId="261"/>
            <ac:spMk id="2" creationId="{940FF290-5660-317B-31F2-FA55FFC2B8D1}"/>
          </ac:spMkLst>
        </pc:spChg>
        <pc:spChg chg="add del">
          <ac:chgData name="Carla Albuquerque Ribeiro dos Anjos" userId="99f47940-580c-44c8-b511-7c42fb78cd44" providerId="ADAL" clId="{2A72E5DA-72B1-4CD9-8A31-182E78F5634E}" dt="2025-01-10T18:13:24.275" v="435" actId="22"/>
          <ac:spMkLst>
            <pc:docMk/>
            <pc:sldMk cId="3021809903" sldId="261"/>
            <ac:spMk id="5" creationId="{74642522-071D-5797-267C-D4D992C70887}"/>
          </ac:spMkLst>
        </pc:spChg>
        <pc:spChg chg="add del">
          <ac:chgData name="Carla Albuquerque Ribeiro dos Anjos" userId="99f47940-580c-44c8-b511-7c42fb78cd44" providerId="ADAL" clId="{2A72E5DA-72B1-4CD9-8A31-182E78F5634E}" dt="2025-01-10T18:13:26.704" v="437" actId="22"/>
          <ac:spMkLst>
            <pc:docMk/>
            <pc:sldMk cId="3021809903" sldId="261"/>
            <ac:spMk id="7" creationId="{8456B76A-EC4B-F7EE-5269-B996D548DFB7}"/>
          </ac:spMkLst>
        </pc:spChg>
        <pc:spChg chg="add del">
          <ac:chgData name="Carla Albuquerque Ribeiro dos Anjos" userId="99f47940-580c-44c8-b511-7c42fb78cd44" providerId="ADAL" clId="{2A72E5DA-72B1-4CD9-8A31-182E78F5634E}" dt="2025-01-10T18:13:28.744" v="439" actId="22"/>
          <ac:spMkLst>
            <pc:docMk/>
            <pc:sldMk cId="3021809903" sldId="261"/>
            <ac:spMk id="9" creationId="{7C290812-BFB0-5A94-74B0-669E7520FF5B}"/>
          </ac:spMkLst>
        </pc:spChg>
        <pc:spChg chg="add mod">
          <ac:chgData name="Carla Albuquerque Ribeiro dos Anjos" userId="99f47940-580c-44c8-b511-7c42fb78cd44" providerId="ADAL" clId="{2A72E5DA-72B1-4CD9-8A31-182E78F5634E}" dt="2025-01-10T20:19:37.619" v="1250" actId="108"/>
          <ac:spMkLst>
            <pc:docMk/>
            <pc:sldMk cId="3021809903" sldId="261"/>
            <ac:spMk id="11" creationId="{4C3BDF4F-9F7C-E0AE-81ED-C5533535590C}"/>
          </ac:spMkLst>
        </pc:spChg>
        <pc:spChg chg="add mod">
          <ac:chgData name="Carla Albuquerque Ribeiro dos Anjos" userId="99f47940-580c-44c8-b511-7c42fb78cd44" providerId="ADAL" clId="{2A72E5DA-72B1-4CD9-8A31-182E78F5634E}" dt="2025-01-13T14:48:17.888" v="2668" actId="207"/>
          <ac:spMkLst>
            <pc:docMk/>
            <pc:sldMk cId="3021809903" sldId="261"/>
            <ac:spMk id="13" creationId="{6287200E-AE84-9C03-7C91-20BDFDE0F2FD}"/>
          </ac:spMkLst>
        </pc:spChg>
        <pc:spChg chg="add mod">
          <ac:chgData name="Carla Albuquerque Ribeiro dos Anjos" userId="99f47940-580c-44c8-b511-7c42fb78cd44" providerId="ADAL" clId="{2A72E5DA-72B1-4CD9-8A31-182E78F5634E}" dt="2025-01-13T14:49:27.418" v="2693" actId="14100"/>
          <ac:spMkLst>
            <pc:docMk/>
            <pc:sldMk cId="3021809903" sldId="261"/>
            <ac:spMk id="15" creationId="{EFE1D9BB-C061-1A2A-72BE-4CDDA6B5D6E0}"/>
          </ac:spMkLst>
        </pc:spChg>
        <pc:spChg chg="add mod">
          <ac:chgData name="Carla Albuquerque Ribeiro dos Anjos" userId="99f47940-580c-44c8-b511-7c42fb78cd44" providerId="ADAL" clId="{2A72E5DA-72B1-4CD9-8A31-182E78F5634E}" dt="2025-01-10T20:57:15.950" v="1515" actId="1076"/>
          <ac:spMkLst>
            <pc:docMk/>
            <pc:sldMk cId="3021809903" sldId="261"/>
            <ac:spMk id="16" creationId="{B54211E1-3BAB-790D-A1DA-FF0149BFC791}"/>
          </ac:spMkLst>
        </pc:spChg>
        <pc:picChg chg="mod ord">
          <ac:chgData name="Carla Albuquerque Ribeiro dos Anjos" userId="99f47940-580c-44c8-b511-7c42fb78cd44" providerId="ADAL" clId="{2A72E5DA-72B1-4CD9-8A31-182E78F5634E}" dt="2025-01-13T14:50:03.942" v="2696" actId="14100"/>
          <ac:picMkLst>
            <pc:docMk/>
            <pc:sldMk cId="3021809903" sldId="261"/>
            <ac:picMk id="4" creationId="{C59A0AF5-F31D-57CE-239B-3B5273E19276}"/>
          </ac:picMkLst>
        </pc:picChg>
      </pc:sldChg>
      <pc:sldChg chg="addSp delSp modSp add del mod setBg">
        <pc:chgData name="Carla Albuquerque Ribeiro dos Anjos" userId="99f47940-580c-44c8-b511-7c42fb78cd44" providerId="ADAL" clId="{2A72E5DA-72B1-4CD9-8A31-182E78F5634E}" dt="2025-01-10T19:50:59.213" v="1153" actId="47"/>
        <pc:sldMkLst>
          <pc:docMk/>
          <pc:sldMk cId="1459486543" sldId="262"/>
        </pc:sldMkLst>
        <pc:spChg chg="add del mod ord">
          <ac:chgData name="Carla Albuquerque Ribeiro dos Anjos" userId="99f47940-580c-44c8-b511-7c42fb78cd44" providerId="ADAL" clId="{2A72E5DA-72B1-4CD9-8A31-182E78F5634E}" dt="2025-01-10T19:46:46.737" v="921" actId="478"/>
          <ac:spMkLst>
            <pc:docMk/>
            <pc:sldMk cId="1459486543" sldId="262"/>
            <ac:spMk id="2" creationId="{E632F5A3-3DA3-5110-F378-6EA188852312}"/>
          </ac:spMkLst>
        </pc:spChg>
        <pc:spChg chg="add del mod ord">
          <ac:chgData name="Carla Albuquerque Ribeiro dos Anjos" userId="99f47940-580c-44c8-b511-7c42fb78cd44" providerId="ADAL" clId="{2A72E5DA-72B1-4CD9-8A31-182E78F5634E}" dt="2025-01-10T19:46:07.289" v="920" actId="478"/>
          <ac:spMkLst>
            <pc:docMk/>
            <pc:sldMk cId="1459486543" sldId="262"/>
            <ac:spMk id="3" creationId="{01348D33-8FE7-F8E2-BE2A-6AF262BD4D11}"/>
          </ac:spMkLst>
        </pc:spChg>
        <pc:spChg chg="mod">
          <ac:chgData name="Carla Albuquerque Ribeiro dos Anjos" userId="99f47940-580c-44c8-b511-7c42fb78cd44" providerId="ADAL" clId="{2A72E5DA-72B1-4CD9-8A31-182E78F5634E}" dt="2025-01-10T19:44:38.339" v="917" actId="14838"/>
          <ac:spMkLst>
            <pc:docMk/>
            <pc:sldMk cId="1459486543" sldId="262"/>
            <ac:spMk id="11" creationId="{4C3BDF4F-9F7C-E0AE-81ED-C5533535590C}"/>
          </ac:spMkLst>
        </pc:spChg>
        <pc:spChg chg="add del mod">
          <ac:chgData name="Carla Albuquerque Ribeiro dos Anjos" userId="99f47940-580c-44c8-b511-7c42fb78cd44" providerId="ADAL" clId="{2A72E5DA-72B1-4CD9-8A31-182E78F5634E}" dt="2025-01-10T19:47:20.602" v="926" actId="207"/>
          <ac:spMkLst>
            <pc:docMk/>
            <pc:sldMk cId="1459486543" sldId="262"/>
            <ac:spMk id="13" creationId="{6287200E-AE84-9C03-7C91-20BDFDE0F2FD}"/>
          </ac:spMkLst>
        </pc:spChg>
        <pc:spChg chg="mod">
          <ac:chgData name="Carla Albuquerque Ribeiro dos Anjos" userId="99f47940-580c-44c8-b511-7c42fb78cd44" providerId="ADAL" clId="{2A72E5DA-72B1-4CD9-8A31-182E78F5634E}" dt="2025-01-10T19:45:55.707" v="919" actId="207"/>
          <ac:spMkLst>
            <pc:docMk/>
            <pc:sldMk cId="1459486543" sldId="262"/>
            <ac:spMk id="15" creationId="{EFE1D9BB-C061-1A2A-72BE-4CDDA6B5D6E0}"/>
          </ac:spMkLst>
        </pc:spChg>
        <pc:spChg chg="mod">
          <ac:chgData name="Carla Albuquerque Ribeiro dos Anjos" userId="99f47940-580c-44c8-b511-7c42fb78cd44" providerId="ADAL" clId="{2A72E5DA-72B1-4CD9-8A31-182E78F5634E}" dt="2025-01-10T19:32:58.487" v="869" actId="2085"/>
          <ac:spMkLst>
            <pc:docMk/>
            <pc:sldMk cId="1459486543" sldId="262"/>
            <ac:spMk id="16" creationId="{B54211E1-3BAB-790D-A1DA-FF0149BFC791}"/>
          </ac:spMkLst>
        </pc:spChg>
        <pc:graphicFrameChg chg="add del mod">
          <ac:chgData name="Carla Albuquerque Ribeiro dos Anjos" userId="99f47940-580c-44c8-b511-7c42fb78cd44" providerId="ADAL" clId="{2A72E5DA-72B1-4CD9-8A31-182E78F5634E}" dt="2025-01-10T19:39:49.077" v="904"/>
          <ac:graphicFrameMkLst>
            <pc:docMk/>
            <pc:sldMk cId="1459486543" sldId="262"/>
            <ac:graphicFrameMk id="5" creationId="{8D90EC18-0E7A-8A64-67DE-04622BB65BBC}"/>
          </ac:graphicFrameMkLst>
        </pc:graphicFrameChg>
        <pc:picChg chg="del mod">
          <ac:chgData name="Carla Albuquerque Ribeiro dos Anjos" userId="99f47940-580c-44c8-b511-7c42fb78cd44" providerId="ADAL" clId="{2A72E5DA-72B1-4CD9-8A31-182E78F5634E}" dt="2025-01-10T19:38:30.710" v="902" actId="478"/>
          <ac:picMkLst>
            <pc:docMk/>
            <pc:sldMk cId="1459486543" sldId="262"/>
            <ac:picMk id="4" creationId="{C59A0AF5-F31D-57CE-239B-3B5273E19276}"/>
          </ac:picMkLst>
        </pc:picChg>
        <pc:picChg chg="add mod">
          <ac:chgData name="Carla Albuquerque Ribeiro dos Anjos" userId="99f47940-580c-44c8-b511-7c42fb78cd44" providerId="ADAL" clId="{2A72E5DA-72B1-4CD9-8A31-182E78F5634E}" dt="2025-01-10T19:48:42.972" v="932" actId="2085"/>
          <ac:picMkLst>
            <pc:docMk/>
            <pc:sldMk cId="1459486543" sldId="262"/>
            <ac:picMk id="7" creationId="{E191181A-4A6E-0BCE-5909-BD4AFC31E81C}"/>
          </ac:picMkLst>
        </pc:picChg>
        <pc:picChg chg="add del">
          <ac:chgData name="Carla Albuquerque Ribeiro dos Anjos" userId="99f47940-580c-44c8-b511-7c42fb78cd44" providerId="ADAL" clId="{2A72E5DA-72B1-4CD9-8A31-182E78F5634E}" dt="2025-01-10T19:46:56.986" v="924" actId="22"/>
          <ac:picMkLst>
            <pc:docMk/>
            <pc:sldMk cId="1459486543" sldId="262"/>
            <ac:picMk id="9" creationId="{01A73986-596D-B9A6-FB8A-7E4D5F7935D8}"/>
          </ac:picMkLst>
        </pc:picChg>
      </pc:sldChg>
      <pc:sldChg chg="addSp delSp modSp add del mod ord">
        <pc:chgData name="Carla Albuquerque Ribeiro dos Anjos" userId="99f47940-580c-44c8-b511-7c42fb78cd44" providerId="ADAL" clId="{2A72E5DA-72B1-4CD9-8A31-182E78F5634E}" dt="2025-01-10T20:56:02.031" v="1505" actId="47"/>
        <pc:sldMkLst>
          <pc:docMk/>
          <pc:sldMk cId="1781713820" sldId="263"/>
        </pc:sldMkLst>
        <pc:spChg chg="del">
          <ac:chgData name="Carla Albuquerque Ribeiro dos Anjos" userId="99f47940-580c-44c8-b511-7c42fb78cd44" providerId="ADAL" clId="{2A72E5DA-72B1-4CD9-8A31-182E78F5634E}" dt="2025-01-10T18:35:36.964" v="645" actId="478"/>
          <ac:spMkLst>
            <pc:docMk/>
            <pc:sldMk cId="1781713820" sldId="263"/>
            <ac:spMk id="11" creationId="{4C3BDF4F-9F7C-E0AE-81ED-C5533535590C}"/>
          </ac:spMkLst>
        </pc:spChg>
        <pc:spChg chg="del">
          <ac:chgData name="Carla Albuquerque Ribeiro dos Anjos" userId="99f47940-580c-44c8-b511-7c42fb78cd44" providerId="ADAL" clId="{2A72E5DA-72B1-4CD9-8A31-182E78F5634E}" dt="2025-01-10T18:35:38.788" v="646" actId="478"/>
          <ac:spMkLst>
            <pc:docMk/>
            <pc:sldMk cId="1781713820" sldId="263"/>
            <ac:spMk id="13" creationId="{6287200E-AE84-9C03-7C91-20BDFDE0F2FD}"/>
          </ac:spMkLst>
        </pc:spChg>
        <pc:spChg chg="del">
          <ac:chgData name="Carla Albuquerque Ribeiro dos Anjos" userId="99f47940-580c-44c8-b511-7c42fb78cd44" providerId="ADAL" clId="{2A72E5DA-72B1-4CD9-8A31-182E78F5634E}" dt="2025-01-10T18:35:42.146" v="647" actId="478"/>
          <ac:spMkLst>
            <pc:docMk/>
            <pc:sldMk cId="1781713820" sldId="263"/>
            <ac:spMk id="15" creationId="{EFE1D9BB-C061-1A2A-72BE-4CDDA6B5D6E0}"/>
          </ac:spMkLst>
        </pc:spChg>
        <pc:spChg chg="del">
          <ac:chgData name="Carla Albuquerque Ribeiro dos Anjos" userId="99f47940-580c-44c8-b511-7c42fb78cd44" providerId="ADAL" clId="{2A72E5DA-72B1-4CD9-8A31-182E78F5634E}" dt="2025-01-10T18:35:43.964" v="648" actId="478"/>
          <ac:spMkLst>
            <pc:docMk/>
            <pc:sldMk cId="1781713820" sldId="263"/>
            <ac:spMk id="16" creationId="{B54211E1-3BAB-790D-A1DA-FF0149BFC791}"/>
          </ac:spMkLst>
        </pc:spChg>
        <pc:graphicFrameChg chg="add del mod modGraphic">
          <ac:chgData name="Carla Albuquerque Ribeiro dos Anjos" userId="99f47940-580c-44c8-b511-7c42fb78cd44" providerId="ADAL" clId="{2A72E5DA-72B1-4CD9-8A31-182E78F5634E}" dt="2025-01-10T20:55:53.306" v="1504" actId="478"/>
          <ac:graphicFrameMkLst>
            <pc:docMk/>
            <pc:sldMk cId="1781713820" sldId="263"/>
            <ac:graphicFrameMk id="3" creationId="{9DF7CCFE-FC61-E32F-1058-2E06B0939DE7}"/>
          </ac:graphicFrameMkLst>
        </pc:graphicFrameChg>
        <pc:picChg chg="del">
          <ac:chgData name="Carla Albuquerque Ribeiro dos Anjos" userId="99f47940-580c-44c8-b511-7c42fb78cd44" providerId="ADAL" clId="{2A72E5DA-72B1-4CD9-8A31-182E78F5634E}" dt="2025-01-10T18:35:33.205" v="644" actId="478"/>
          <ac:picMkLst>
            <pc:docMk/>
            <pc:sldMk cId="1781713820" sldId="263"/>
            <ac:picMk id="4" creationId="{C59A0AF5-F31D-57CE-239B-3B5273E19276}"/>
          </ac:picMkLst>
        </pc:picChg>
      </pc:sldChg>
      <pc:sldChg chg="modSp add mod">
        <pc:chgData name="Carla Albuquerque Ribeiro dos Anjos" userId="99f47940-580c-44c8-b511-7c42fb78cd44" providerId="ADAL" clId="{2A72E5DA-72B1-4CD9-8A31-182E78F5634E}" dt="2025-01-13T14:51:34.858" v="2946" actId="29295"/>
        <pc:sldMkLst>
          <pc:docMk/>
          <pc:sldMk cId="3635101726" sldId="264"/>
        </pc:sldMkLst>
        <pc:spChg chg="mod">
          <ac:chgData name="Carla Albuquerque Ribeiro dos Anjos" userId="99f47940-580c-44c8-b511-7c42fb78cd44" providerId="ADAL" clId="{2A72E5DA-72B1-4CD9-8A31-182E78F5634E}" dt="2025-01-10T18:55:56.009" v="779" actId="1076"/>
          <ac:spMkLst>
            <pc:docMk/>
            <pc:sldMk cId="3635101726" sldId="264"/>
            <ac:spMk id="10" creationId="{366C0B7B-DF80-7E9E-C2AD-BA1D990F3581}"/>
          </ac:spMkLst>
        </pc:spChg>
        <pc:spChg chg="mod">
          <ac:chgData name="Carla Albuquerque Ribeiro dos Anjos" userId="99f47940-580c-44c8-b511-7c42fb78cd44" providerId="ADAL" clId="{2A72E5DA-72B1-4CD9-8A31-182E78F5634E}" dt="2025-01-10T18:56:01.983" v="780" actId="1076"/>
          <ac:spMkLst>
            <pc:docMk/>
            <pc:sldMk cId="3635101726" sldId="264"/>
            <ac:spMk id="12" creationId="{147AD0ED-23AA-FC7A-0CCF-5D6B5F81E308}"/>
          </ac:spMkLst>
        </pc:spChg>
        <pc:picChg chg="mod">
          <ac:chgData name="Carla Albuquerque Ribeiro dos Anjos" userId="99f47940-580c-44c8-b511-7c42fb78cd44" providerId="ADAL" clId="{2A72E5DA-72B1-4CD9-8A31-182E78F5634E}" dt="2025-01-13T14:51:34.858" v="2946" actId="29295"/>
          <ac:picMkLst>
            <pc:docMk/>
            <pc:sldMk cId="3635101726" sldId="264"/>
            <ac:picMk id="9" creationId="{DC2A9A3A-E258-10FD-A227-0BA50C462685}"/>
          </ac:picMkLst>
        </pc:picChg>
      </pc:sldChg>
      <pc:sldChg chg="modSp add mod">
        <pc:chgData name="Carla Albuquerque Ribeiro dos Anjos" userId="99f47940-580c-44c8-b511-7c42fb78cd44" providerId="ADAL" clId="{2A72E5DA-72B1-4CD9-8A31-182E78F5634E}" dt="2025-01-13T14:51:22.491" v="2896" actId="29295"/>
        <pc:sldMkLst>
          <pc:docMk/>
          <pc:sldMk cId="4188805176" sldId="265"/>
        </pc:sldMkLst>
        <pc:spChg chg="mod">
          <ac:chgData name="Carla Albuquerque Ribeiro dos Anjos" userId="99f47940-580c-44c8-b511-7c42fb78cd44" providerId="ADAL" clId="{2A72E5DA-72B1-4CD9-8A31-182E78F5634E}" dt="2025-01-10T18:56:17.166" v="782" actId="1076"/>
          <ac:spMkLst>
            <pc:docMk/>
            <pc:sldMk cId="4188805176" sldId="265"/>
            <ac:spMk id="10" creationId="{366C0B7B-DF80-7E9E-C2AD-BA1D990F3581}"/>
          </ac:spMkLst>
        </pc:spChg>
        <pc:spChg chg="mod">
          <ac:chgData name="Carla Albuquerque Ribeiro dos Anjos" userId="99f47940-580c-44c8-b511-7c42fb78cd44" providerId="ADAL" clId="{2A72E5DA-72B1-4CD9-8A31-182E78F5634E}" dt="2025-01-10T19:01:31.636" v="842" actId="1076"/>
          <ac:spMkLst>
            <pc:docMk/>
            <pc:sldMk cId="4188805176" sldId="265"/>
            <ac:spMk id="12" creationId="{147AD0ED-23AA-FC7A-0CCF-5D6B5F81E308}"/>
          </ac:spMkLst>
        </pc:spChg>
        <pc:picChg chg="mod">
          <ac:chgData name="Carla Albuquerque Ribeiro dos Anjos" userId="99f47940-580c-44c8-b511-7c42fb78cd44" providerId="ADAL" clId="{2A72E5DA-72B1-4CD9-8A31-182E78F5634E}" dt="2025-01-13T14:51:22.491" v="2896" actId="29295"/>
          <ac:picMkLst>
            <pc:docMk/>
            <pc:sldMk cId="4188805176" sldId="265"/>
            <ac:picMk id="9" creationId="{DC2A9A3A-E258-10FD-A227-0BA50C462685}"/>
          </ac:picMkLst>
        </pc:picChg>
      </pc:sldChg>
      <pc:sldChg chg="modSp add mod">
        <pc:chgData name="Carla Albuquerque Ribeiro dos Anjos" userId="99f47940-580c-44c8-b511-7c42fb78cd44" providerId="ADAL" clId="{2A72E5DA-72B1-4CD9-8A31-182E78F5634E}" dt="2025-01-13T14:51:11.833" v="2846" actId="29295"/>
        <pc:sldMkLst>
          <pc:docMk/>
          <pc:sldMk cId="2724443310" sldId="266"/>
        </pc:sldMkLst>
        <pc:spChg chg="mod">
          <ac:chgData name="Carla Albuquerque Ribeiro dos Anjos" userId="99f47940-580c-44c8-b511-7c42fb78cd44" providerId="ADAL" clId="{2A72E5DA-72B1-4CD9-8A31-182E78F5634E}" dt="2025-01-10T18:56:42.195" v="785" actId="1076"/>
          <ac:spMkLst>
            <pc:docMk/>
            <pc:sldMk cId="2724443310" sldId="266"/>
            <ac:spMk id="10" creationId="{366C0B7B-DF80-7E9E-C2AD-BA1D990F3581}"/>
          </ac:spMkLst>
        </pc:spChg>
        <pc:spChg chg="mod">
          <ac:chgData name="Carla Albuquerque Ribeiro dos Anjos" userId="99f47940-580c-44c8-b511-7c42fb78cd44" providerId="ADAL" clId="{2A72E5DA-72B1-4CD9-8A31-182E78F5634E}" dt="2025-01-10T19:01:06.880" v="838" actId="1076"/>
          <ac:spMkLst>
            <pc:docMk/>
            <pc:sldMk cId="2724443310" sldId="266"/>
            <ac:spMk id="12" creationId="{147AD0ED-23AA-FC7A-0CCF-5D6B5F81E308}"/>
          </ac:spMkLst>
        </pc:spChg>
        <pc:picChg chg="mod">
          <ac:chgData name="Carla Albuquerque Ribeiro dos Anjos" userId="99f47940-580c-44c8-b511-7c42fb78cd44" providerId="ADAL" clId="{2A72E5DA-72B1-4CD9-8A31-182E78F5634E}" dt="2025-01-13T14:51:11.833" v="2846" actId="29295"/>
          <ac:picMkLst>
            <pc:docMk/>
            <pc:sldMk cId="2724443310" sldId="266"/>
            <ac:picMk id="9" creationId="{DC2A9A3A-E258-10FD-A227-0BA50C462685}"/>
          </ac:picMkLst>
        </pc:picChg>
      </pc:sldChg>
      <pc:sldChg chg="modSp add mod ord">
        <pc:chgData name="Carla Albuquerque Ribeiro dos Anjos" userId="99f47940-580c-44c8-b511-7c42fb78cd44" providerId="ADAL" clId="{2A72E5DA-72B1-4CD9-8A31-182E78F5634E}" dt="2025-01-13T14:50:37.345" v="2746" actId="29295"/>
        <pc:sldMkLst>
          <pc:docMk/>
          <pc:sldMk cId="1000284263" sldId="267"/>
        </pc:sldMkLst>
        <pc:spChg chg="mod">
          <ac:chgData name="Carla Albuquerque Ribeiro dos Anjos" userId="99f47940-580c-44c8-b511-7c42fb78cd44" providerId="ADAL" clId="{2A72E5DA-72B1-4CD9-8A31-182E78F5634E}" dt="2025-01-10T20:56:31.310" v="1512" actId="1076"/>
          <ac:spMkLst>
            <pc:docMk/>
            <pc:sldMk cId="1000284263" sldId="267"/>
            <ac:spMk id="10" creationId="{366C0B7B-DF80-7E9E-C2AD-BA1D990F3581}"/>
          </ac:spMkLst>
        </pc:spChg>
        <pc:spChg chg="mod">
          <ac:chgData name="Carla Albuquerque Ribeiro dos Anjos" userId="99f47940-580c-44c8-b511-7c42fb78cd44" providerId="ADAL" clId="{2A72E5DA-72B1-4CD9-8A31-182E78F5634E}" dt="2025-01-10T20:56:50.694" v="1514" actId="120"/>
          <ac:spMkLst>
            <pc:docMk/>
            <pc:sldMk cId="1000284263" sldId="267"/>
            <ac:spMk id="12" creationId="{147AD0ED-23AA-FC7A-0CCF-5D6B5F81E308}"/>
          </ac:spMkLst>
        </pc:spChg>
        <pc:picChg chg="mod">
          <ac:chgData name="Carla Albuquerque Ribeiro dos Anjos" userId="99f47940-580c-44c8-b511-7c42fb78cd44" providerId="ADAL" clId="{2A72E5DA-72B1-4CD9-8A31-182E78F5634E}" dt="2025-01-13T14:50:37.345" v="2746" actId="29295"/>
          <ac:picMkLst>
            <pc:docMk/>
            <pc:sldMk cId="1000284263" sldId="267"/>
            <ac:picMk id="9" creationId="{DC2A9A3A-E258-10FD-A227-0BA50C462685}"/>
          </ac:picMkLst>
        </pc:picChg>
      </pc:sldChg>
      <pc:sldChg chg="modSp add mod">
        <pc:chgData name="Carla Albuquerque Ribeiro dos Anjos" userId="99f47940-580c-44c8-b511-7c42fb78cd44" providerId="ADAL" clId="{2A72E5DA-72B1-4CD9-8A31-182E78F5634E}" dt="2025-01-13T14:51:48.704" v="2996" actId="29295"/>
        <pc:sldMkLst>
          <pc:docMk/>
          <pc:sldMk cId="1012746594" sldId="268"/>
        </pc:sldMkLst>
        <pc:spChg chg="mod">
          <ac:chgData name="Carla Albuquerque Ribeiro dos Anjos" userId="99f47940-580c-44c8-b511-7c42fb78cd44" providerId="ADAL" clId="{2A72E5DA-72B1-4CD9-8A31-182E78F5634E}" dt="2025-01-10T18:57:48.717" v="794" actId="20577"/>
          <ac:spMkLst>
            <pc:docMk/>
            <pc:sldMk cId="1012746594" sldId="268"/>
            <ac:spMk id="10" creationId="{366C0B7B-DF80-7E9E-C2AD-BA1D990F3581}"/>
          </ac:spMkLst>
        </pc:spChg>
        <pc:spChg chg="mod">
          <ac:chgData name="Carla Albuquerque Ribeiro dos Anjos" userId="99f47940-580c-44c8-b511-7c42fb78cd44" providerId="ADAL" clId="{2A72E5DA-72B1-4CD9-8A31-182E78F5634E}" dt="2025-01-10T21:19:09.390" v="1909" actId="1076"/>
          <ac:spMkLst>
            <pc:docMk/>
            <pc:sldMk cId="1012746594" sldId="268"/>
            <ac:spMk id="12" creationId="{147AD0ED-23AA-FC7A-0CCF-5D6B5F81E308}"/>
          </ac:spMkLst>
        </pc:spChg>
        <pc:picChg chg="mod">
          <ac:chgData name="Carla Albuquerque Ribeiro dos Anjos" userId="99f47940-580c-44c8-b511-7c42fb78cd44" providerId="ADAL" clId="{2A72E5DA-72B1-4CD9-8A31-182E78F5634E}" dt="2025-01-13T14:51:48.704" v="2996" actId="29295"/>
          <ac:picMkLst>
            <pc:docMk/>
            <pc:sldMk cId="1012746594" sldId="268"/>
            <ac:picMk id="9" creationId="{DC2A9A3A-E258-10FD-A227-0BA50C462685}"/>
          </ac:picMkLst>
        </pc:picChg>
      </pc:sldChg>
      <pc:sldChg chg="modSp add mod ord">
        <pc:chgData name="Carla Albuquerque Ribeiro dos Anjos" userId="99f47940-580c-44c8-b511-7c42fb78cd44" providerId="ADAL" clId="{2A72E5DA-72B1-4CD9-8A31-182E78F5634E}" dt="2025-01-13T14:52:03.376" v="3046" actId="29295"/>
        <pc:sldMkLst>
          <pc:docMk/>
          <pc:sldMk cId="1963184583" sldId="269"/>
        </pc:sldMkLst>
        <pc:spChg chg="mod">
          <ac:chgData name="Carla Albuquerque Ribeiro dos Anjos" userId="99f47940-580c-44c8-b511-7c42fb78cd44" providerId="ADAL" clId="{2A72E5DA-72B1-4CD9-8A31-182E78F5634E}" dt="2025-01-10T18:58:41.867" v="808" actId="1076"/>
          <ac:spMkLst>
            <pc:docMk/>
            <pc:sldMk cId="1963184583" sldId="269"/>
            <ac:spMk id="10" creationId="{366C0B7B-DF80-7E9E-C2AD-BA1D990F3581}"/>
          </ac:spMkLst>
        </pc:spChg>
        <pc:spChg chg="mod">
          <ac:chgData name="Carla Albuquerque Ribeiro dos Anjos" userId="99f47940-580c-44c8-b511-7c42fb78cd44" providerId="ADAL" clId="{2A72E5DA-72B1-4CD9-8A31-182E78F5634E}" dt="2025-01-10T18:58:36.020" v="805" actId="1076"/>
          <ac:spMkLst>
            <pc:docMk/>
            <pc:sldMk cId="1963184583" sldId="269"/>
            <ac:spMk id="12" creationId="{147AD0ED-23AA-FC7A-0CCF-5D6B5F81E308}"/>
          </ac:spMkLst>
        </pc:spChg>
        <pc:picChg chg="mod">
          <ac:chgData name="Carla Albuquerque Ribeiro dos Anjos" userId="99f47940-580c-44c8-b511-7c42fb78cd44" providerId="ADAL" clId="{2A72E5DA-72B1-4CD9-8A31-182E78F5634E}" dt="2025-01-13T14:52:03.376" v="3046" actId="29295"/>
          <ac:picMkLst>
            <pc:docMk/>
            <pc:sldMk cId="1963184583" sldId="269"/>
            <ac:picMk id="9" creationId="{DC2A9A3A-E258-10FD-A227-0BA50C462685}"/>
          </ac:picMkLst>
        </pc:picChg>
      </pc:sldChg>
      <pc:sldChg chg="add del ord">
        <pc:chgData name="Carla Albuquerque Ribeiro dos Anjos" userId="99f47940-580c-44c8-b511-7c42fb78cd44" providerId="ADAL" clId="{2A72E5DA-72B1-4CD9-8A31-182E78F5634E}" dt="2025-01-13T14:49:45.496" v="2694" actId="47"/>
        <pc:sldMkLst>
          <pc:docMk/>
          <pc:sldMk cId="4106760109" sldId="270"/>
        </pc:sldMkLst>
      </pc:sldChg>
      <pc:sldChg chg="addSp delSp modSp add mod ord">
        <pc:chgData name="Carla Albuquerque Ribeiro dos Anjos" userId="99f47940-580c-44c8-b511-7c42fb78cd44" providerId="ADAL" clId="{2A72E5DA-72B1-4CD9-8A31-182E78F5634E}" dt="2025-01-10T21:01:43.953" v="1585" actId="20577"/>
        <pc:sldMkLst>
          <pc:docMk/>
          <pc:sldMk cId="3193935005" sldId="271"/>
        </pc:sldMkLst>
        <pc:spChg chg="mod">
          <ac:chgData name="Carla Albuquerque Ribeiro dos Anjos" userId="99f47940-580c-44c8-b511-7c42fb78cd44" providerId="ADAL" clId="{2A72E5DA-72B1-4CD9-8A31-182E78F5634E}" dt="2025-01-10T20:55:01.637" v="1483" actId="6549"/>
          <ac:spMkLst>
            <pc:docMk/>
            <pc:sldMk cId="3193935005" sldId="271"/>
            <ac:spMk id="2" creationId="{583E6A01-6508-0CD2-3043-75267C32694E}"/>
          </ac:spMkLst>
        </pc:spChg>
        <pc:spChg chg="mod">
          <ac:chgData name="Carla Albuquerque Ribeiro dos Anjos" userId="99f47940-580c-44c8-b511-7c42fb78cd44" providerId="ADAL" clId="{2A72E5DA-72B1-4CD9-8A31-182E78F5634E}" dt="2025-01-10T20:58:51.128" v="1579" actId="6549"/>
          <ac:spMkLst>
            <pc:docMk/>
            <pc:sldMk cId="3193935005" sldId="271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01:43.953" v="1585" actId="20577"/>
          <ac:spMkLst>
            <pc:docMk/>
            <pc:sldMk cId="3193935005" sldId="271"/>
            <ac:spMk id="4" creationId="{22109DFC-1770-6E30-C385-6BFDD107D43C}"/>
          </ac:spMkLst>
        </pc:spChg>
        <pc:spChg chg="add del mod">
          <ac:chgData name="Carla Albuquerque Ribeiro dos Anjos" userId="99f47940-580c-44c8-b511-7c42fb78cd44" providerId="ADAL" clId="{2A72E5DA-72B1-4CD9-8A31-182E78F5634E}" dt="2025-01-10T20:32:32.917" v="1293" actId="478"/>
          <ac:spMkLst>
            <pc:docMk/>
            <pc:sldMk cId="3193935005" sldId="271"/>
            <ac:spMk id="6" creationId="{EE704986-8E5E-1E4E-8E9C-C7D9EA2C4A62}"/>
          </ac:spMkLst>
        </pc:spChg>
        <pc:spChg chg="add mod">
          <ac:chgData name="Carla Albuquerque Ribeiro dos Anjos" userId="99f47940-580c-44c8-b511-7c42fb78cd44" providerId="ADAL" clId="{2A72E5DA-72B1-4CD9-8A31-182E78F5634E}" dt="2025-01-10T20:33:47.620" v="1301" actId="1076"/>
          <ac:spMkLst>
            <pc:docMk/>
            <pc:sldMk cId="3193935005" sldId="271"/>
            <ac:spMk id="7" creationId="{0D5C83B4-70C8-B48D-BD58-E15118109D20}"/>
          </ac:spMkLst>
        </pc:spChg>
        <pc:picChg chg="add del">
          <ac:chgData name="Carla Albuquerque Ribeiro dos Anjos" userId="99f47940-580c-44c8-b511-7c42fb78cd44" providerId="ADAL" clId="{2A72E5DA-72B1-4CD9-8A31-182E78F5634E}" dt="2025-01-10T20:40:52.102" v="1356" actId="478"/>
          <ac:picMkLst>
            <pc:docMk/>
            <pc:sldMk cId="3193935005" sldId="271"/>
            <ac:picMk id="5" creationId="{476A17B6-EB5D-DB43-756E-1F0F9E7BFB0F}"/>
          </ac:picMkLst>
        </pc:picChg>
      </pc:sldChg>
      <pc:sldChg chg="add del">
        <pc:chgData name="Carla Albuquerque Ribeiro dos Anjos" userId="99f47940-580c-44c8-b511-7c42fb78cd44" providerId="ADAL" clId="{2A72E5DA-72B1-4CD9-8A31-182E78F5634E}" dt="2025-01-10T20:40:47.607" v="1355" actId="47"/>
        <pc:sldMkLst>
          <pc:docMk/>
          <pc:sldMk cId="3770835555" sldId="272"/>
        </pc:sldMkLst>
      </pc:sldChg>
      <pc:sldChg chg="add del">
        <pc:chgData name="Carla Albuquerque Ribeiro dos Anjos" userId="99f47940-580c-44c8-b511-7c42fb78cd44" providerId="ADAL" clId="{2A72E5DA-72B1-4CD9-8A31-182E78F5634E}" dt="2025-01-10T20:52:36.578" v="1420" actId="47"/>
        <pc:sldMkLst>
          <pc:docMk/>
          <pc:sldMk cId="3986828358" sldId="272"/>
        </pc:sldMkLst>
      </pc:sldChg>
      <pc:sldChg chg="add del ord">
        <pc:chgData name="Carla Albuquerque Ribeiro dos Anjos" userId="99f47940-580c-44c8-b511-7c42fb78cd44" providerId="ADAL" clId="{2A72E5DA-72B1-4CD9-8A31-182E78F5634E}" dt="2025-01-13T14:49:46.611" v="2695" actId="47"/>
        <pc:sldMkLst>
          <pc:docMk/>
          <pc:sldMk cId="3472542805" sldId="273"/>
        </pc:sldMkLst>
      </pc:sldChg>
      <pc:sldChg chg="addSp modSp add mod ord">
        <pc:chgData name="Carla Albuquerque Ribeiro dos Anjos" userId="99f47940-580c-44c8-b511-7c42fb78cd44" providerId="ADAL" clId="{2A72E5DA-72B1-4CD9-8A31-182E78F5634E}" dt="2025-01-10T21:25:06.580" v="2028" actId="27309"/>
        <pc:sldMkLst>
          <pc:docMk/>
          <pc:sldMk cId="575787235" sldId="274"/>
        </pc:sldMkLst>
        <pc:spChg chg="mod">
          <ac:chgData name="Carla Albuquerque Ribeiro dos Anjos" userId="99f47940-580c-44c8-b511-7c42fb78cd44" providerId="ADAL" clId="{2A72E5DA-72B1-4CD9-8A31-182E78F5634E}" dt="2025-01-10T21:09:16.772" v="1754" actId="1076"/>
          <ac:spMkLst>
            <pc:docMk/>
            <pc:sldMk cId="575787235" sldId="274"/>
            <ac:spMk id="2" creationId="{583E6A01-6508-0CD2-3043-75267C32694E}"/>
          </ac:spMkLst>
        </pc:spChg>
        <pc:spChg chg="mod">
          <ac:chgData name="Carla Albuquerque Ribeiro dos Anjos" userId="99f47940-580c-44c8-b511-7c42fb78cd44" providerId="ADAL" clId="{2A72E5DA-72B1-4CD9-8A31-182E78F5634E}" dt="2025-01-10T21:16:43.437" v="1871" actId="1076"/>
          <ac:spMkLst>
            <pc:docMk/>
            <pc:sldMk cId="575787235" sldId="274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14:19.076" v="1860" actId="20577"/>
          <ac:spMkLst>
            <pc:docMk/>
            <pc:sldMk cId="575787235" sldId="274"/>
            <ac:spMk id="4" creationId="{22109DFC-1770-6E30-C385-6BFDD107D43C}"/>
          </ac:spMkLst>
        </pc:spChg>
        <pc:graphicFrameChg chg="add modGraphic">
          <ac:chgData name="Carla Albuquerque Ribeiro dos Anjos" userId="99f47940-580c-44c8-b511-7c42fb78cd44" providerId="ADAL" clId="{2A72E5DA-72B1-4CD9-8A31-182E78F5634E}" dt="2025-01-10T21:25:06.580" v="2028" actId="27309"/>
          <ac:graphicFrameMkLst>
            <pc:docMk/>
            <pc:sldMk cId="575787235" sldId="274"/>
            <ac:graphicFrameMk id="6" creationId="{07AF9F94-7EE6-D75D-F583-ADCE8D354EFF}"/>
          </ac:graphicFrameMkLst>
        </pc:graphicFrameChg>
      </pc:sldChg>
      <pc:sldChg chg="modSp add mod ord">
        <pc:chgData name="Carla Albuquerque Ribeiro dos Anjos" userId="99f47940-580c-44c8-b511-7c42fb78cd44" providerId="ADAL" clId="{2A72E5DA-72B1-4CD9-8A31-182E78F5634E}" dt="2025-01-10T21:17:00.502" v="1873" actId="1076"/>
        <pc:sldMkLst>
          <pc:docMk/>
          <pc:sldMk cId="1108177026" sldId="275"/>
        </pc:sldMkLst>
        <pc:spChg chg="mod">
          <ac:chgData name="Carla Albuquerque Ribeiro dos Anjos" userId="99f47940-580c-44c8-b511-7c42fb78cd44" providerId="ADAL" clId="{2A72E5DA-72B1-4CD9-8A31-182E78F5634E}" dt="2025-01-10T21:17:00.502" v="1873" actId="1076"/>
          <ac:spMkLst>
            <pc:docMk/>
            <pc:sldMk cId="1108177026" sldId="275"/>
            <ac:spMk id="3" creationId="{3688ED47-53DE-9B4B-BE59-C572E8CDF072}"/>
          </ac:spMkLst>
        </pc:spChg>
      </pc:sldChg>
      <pc:sldChg chg="modSp add mod">
        <pc:chgData name="Carla Albuquerque Ribeiro dos Anjos" userId="99f47940-580c-44c8-b511-7c42fb78cd44" providerId="ADAL" clId="{2A72E5DA-72B1-4CD9-8A31-182E78F5634E}" dt="2025-01-13T14:50:56.182" v="2796" actId="29295"/>
        <pc:sldMkLst>
          <pc:docMk/>
          <pc:sldMk cId="457740228" sldId="276"/>
        </pc:sldMkLst>
        <pc:picChg chg="mod">
          <ac:chgData name="Carla Albuquerque Ribeiro dos Anjos" userId="99f47940-580c-44c8-b511-7c42fb78cd44" providerId="ADAL" clId="{2A72E5DA-72B1-4CD9-8A31-182E78F5634E}" dt="2025-01-13T14:50:56.182" v="2796" actId="29295"/>
          <ac:picMkLst>
            <pc:docMk/>
            <pc:sldMk cId="457740228" sldId="276"/>
            <ac:picMk id="9" creationId="{DC2A9A3A-E258-10FD-A227-0BA50C462685}"/>
          </ac:picMkLst>
        </pc:picChg>
      </pc:sldChg>
      <pc:sldChg chg="modSp add mod ord">
        <pc:chgData name="Carla Albuquerque Ribeiro dos Anjos" userId="99f47940-580c-44c8-b511-7c42fb78cd44" providerId="ADAL" clId="{2A72E5DA-72B1-4CD9-8A31-182E78F5634E}" dt="2025-01-10T21:09:07.175" v="1753" actId="1076"/>
        <pc:sldMkLst>
          <pc:docMk/>
          <pc:sldMk cId="2037344777" sldId="277"/>
        </pc:sldMkLst>
        <pc:spChg chg="mod">
          <ac:chgData name="Carla Albuquerque Ribeiro dos Anjos" userId="99f47940-580c-44c8-b511-7c42fb78cd44" providerId="ADAL" clId="{2A72E5DA-72B1-4CD9-8A31-182E78F5634E}" dt="2025-01-10T21:09:07.175" v="1753" actId="1076"/>
          <ac:spMkLst>
            <pc:docMk/>
            <pc:sldMk cId="2037344777" sldId="277"/>
            <ac:spMk id="2" creationId="{583E6A01-6508-0CD2-3043-75267C32694E}"/>
          </ac:spMkLst>
        </pc:spChg>
        <pc:spChg chg="mod">
          <ac:chgData name="Carla Albuquerque Ribeiro dos Anjos" userId="99f47940-580c-44c8-b511-7c42fb78cd44" providerId="ADAL" clId="{2A72E5DA-72B1-4CD9-8A31-182E78F5634E}" dt="2025-01-10T21:07:08.654" v="1707" actId="20577"/>
          <ac:spMkLst>
            <pc:docMk/>
            <pc:sldMk cId="2037344777" sldId="277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07:31.032" v="1713" actId="20577"/>
          <ac:spMkLst>
            <pc:docMk/>
            <pc:sldMk cId="2037344777" sldId="277"/>
            <ac:spMk id="4" creationId="{22109DFC-1770-6E30-C385-6BFDD107D43C}"/>
          </ac:spMkLst>
        </pc:spChg>
      </pc:sldChg>
      <pc:sldChg chg="modSp add mod ord">
        <pc:chgData name="Carla Albuquerque Ribeiro dos Anjos" userId="99f47940-580c-44c8-b511-7c42fb78cd44" providerId="ADAL" clId="{2A72E5DA-72B1-4CD9-8A31-182E78F5634E}" dt="2025-01-10T21:33:52.585" v="2237" actId="21"/>
        <pc:sldMkLst>
          <pc:docMk/>
          <pc:sldMk cId="2474645905" sldId="278"/>
        </pc:sldMkLst>
        <pc:spChg chg="mod">
          <ac:chgData name="Carla Albuquerque Ribeiro dos Anjos" userId="99f47940-580c-44c8-b511-7c42fb78cd44" providerId="ADAL" clId="{2A72E5DA-72B1-4CD9-8A31-182E78F5634E}" dt="2025-01-10T21:19:33.614" v="1941" actId="1076"/>
          <ac:spMkLst>
            <pc:docMk/>
            <pc:sldMk cId="2474645905" sldId="278"/>
            <ac:spMk id="2" creationId="{583E6A01-6508-0CD2-3043-75267C32694E}"/>
          </ac:spMkLst>
        </pc:spChg>
        <pc:spChg chg="mod">
          <ac:chgData name="Carla Albuquerque Ribeiro dos Anjos" userId="99f47940-580c-44c8-b511-7c42fb78cd44" providerId="ADAL" clId="{2A72E5DA-72B1-4CD9-8A31-182E78F5634E}" dt="2025-01-10T21:27:25.024" v="2115" actId="1076"/>
          <ac:spMkLst>
            <pc:docMk/>
            <pc:sldMk cId="2474645905" sldId="278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33:52.585" v="2237" actId="21"/>
          <ac:spMkLst>
            <pc:docMk/>
            <pc:sldMk cId="2474645905" sldId="278"/>
            <ac:spMk id="4" creationId="{22109DFC-1770-6E30-C385-6BFDD107D43C}"/>
          </ac:spMkLst>
        </pc:spChg>
      </pc:sldChg>
      <pc:sldChg chg="modSp add mod ord">
        <pc:chgData name="Carla Albuquerque Ribeiro dos Anjos" userId="99f47940-580c-44c8-b511-7c42fb78cd44" providerId="ADAL" clId="{2A72E5DA-72B1-4CD9-8A31-182E78F5634E}" dt="2025-01-10T21:23:47.697" v="2021" actId="6549"/>
        <pc:sldMkLst>
          <pc:docMk/>
          <pc:sldMk cId="3460514870" sldId="279"/>
        </pc:sldMkLst>
        <pc:spChg chg="mod">
          <ac:chgData name="Carla Albuquerque Ribeiro dos Anjos" userId="99f47940-580c-44c8-b511-7c42fb78cd44" providerId="ADAL" clId="{2A72E5DA-72B1-4CD9-8A31-182E78F5634E}" dt="2025-01-10T21:18:01.418" v="1906" actId="14100"/>
          <ac:spMkLst>
            <pc:docMk/>
            <pc:sldMk cId="3460514870" sldId="279"/>
            <ac:spMk id="2" creationId="{583E6A01-6508-0CD2-3043-75267C32694E}"/>
          </ac:spMkLst>
        </pc:spChg>
        <pc:spChg chg="mod">
          <ac:chgData name="Carla Albuquerque Ribeiro dos Anjos" userId="99f47940-580c-44c8-b511-7c42fb78cd44" providerId="ADAL" clId="{2A72E5DA-72B1-4CD9-8A31-182E78F5634E}" dt="2025-01-10T21:21:20.551" v="1958" actId="20577"/>
          <ac:spMkLst>
            <pc:docMk/>
            <pc:sldMk cId="3460514870" sldId="279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23:47.697" v="2021" actId="6549"/>
          <ac:spMkLst>
            <pc:docMk/>
            <pc:sldMk cId="3460514870" sldId="279"/>
            <ac:spMk id="4" creationId="{22109DFC-1770-6E30-C385-6BFDD107D43C}"/>
          </ac:spMkLst>
        </pc:spChg>
      </pc:sldChg>
      <pc:sldChg chg="modSp add mod">
        <pc:chgData name="Carla Albuquerque Ribeiro dos Anjos" userId="99f47940-580c-44c8-b511-7c42fb78cd44" providerId="ADAL" clId="{2A72E5DA-72B1-4CD9-8A31-182E78F5634E}" dt="2025-01-10T21:39:51.335" v="2281" actId="21"/>
        <pc:sldMkLst>
          <pc:docMk/>
          <pc:sldMk cId="394661809" sldId="280"/>
        </pc:sldMkLst>
        <pc:spChg chg="mod">
          <ac:chgData name="Carla Albuquerque Ribeiro dos Anjos" userId="99f47940-580c-44c8-b511-7c42fb78cd44" providerId="ADAL" clId="{2A72E5DA-72B1-4CD9-8A31-182E78F5634E}" dt="2025-01-10T21:29:18.139" v="2195" actId="1076"/>
          <ac:spMkLst>
            <pc:docMk/>
            <pc:sldMk cId="394661809" sldId="280"/>
            <ac:spMk id="2" creationId="{583E6A01-6508-0CD2-3043-75267C32694E}"/>
          </ac:spMkLst>
        </pc:spChg>
        <pc:spChg chg="mod">
          <ac:chgData name="Carla Albuquerque Ribeiro dos Anjos" userId="99f47940-580c-44c8-b511-7c42fb78cd44" providerId="ADAL" clId="{2A72E5DA-72B1-4CD9-8A31-182E78F5634E}" dt="2025-01-10T21:29:22.799" v="2196" actId="1076"/>
          <ac:spMkLst>
            <pc:docMk/>
            <pc:sldMk cId="394661809" sldId="280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39:51.335" v="2281" actId="21"/>
          <ac:spMkLst>
            <pc:docMk/>
            <pc:sldMk cId="394661809" sldId="280"/>
            <ac:spMk id="4" creationId="{22109DFC-1770-6E30-C385-6BFDD107D43C}"/>
          </ac:spMkLst>
        </pc:spChg>
      </pc:sldChg>
      <pc:sldChg chg="delSp modSp add mod">
        <pc:chgData name="Carla Albuquerque Ribeiro dos Anjos" userId="99f47940-580c-44c8-b511-7c42fb78cd44" providerId="ADAL" clId="{2A72E5DA-72B1-4CD9-8A31-182E78F5634E}" dt="2025-01-10T21:25:40.040" v="2037" actId="6549"/>
        <pc:sldMkLst>
          <pc:docMk/>
          <pc:sldMk cId="67351801" sldId="281"/>
        </pc:sldMkLst>
        <pc:spChg chg="del">
          <ac:chgData name="Carla Albuquerque Ribeiro dos Anjos" userId="99f47940-580c-44c8-b511-7c42fb78cd44" providerId="ADAL" clId="{2A72E5DA-72B1-4CD9-8A31-182E78F5634E}" dt="2025-01-10T21:25:17.448" v="2031" actId="478"/>
          <ac:spMkLst>
            <pc:docMk/>
            <pc:sldMk cId="67351801" sldId="281"/>
            <ac:spMk id="2" creationId="{583E6A01-6508-0CD2-3043-75267C32694E}"/>
          </ac:spMkLst>
        </pc:spChg>
        <pc:spChg chg="del">
          <ac:chgData name="Carla Albuquerque Ribeiro dos Anjos" userId="99f47940-580c-44c8-b511-7c42fb78cd44" providerId="ADAL" clId="{2A72E5DA-72B1-4CD9-8A31-182E78F5634E}" dt="2025-01-10T21:25:20.867" v="2032" actId="478"/>
          <ac:spMkLst>
            <pc:docMk/>
            <pc:sldMk cId="67351801" sldId="281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25:40.040" v="2037" actId="6549"/>
          <ac:spMkLst>
            <pc:docMk/>
            <pc:sldMk cId="67351801" sldId="281"/>
            <ac:spMk id="4" creationId="{22109DFC-1770-6E30-C385-6BFDD107D43C}"/>
          </ac:spMkLst>
        </pc:spChg>
        <pc:spChg chg="del">
          <ac:chgData name="Carla Albuquerque Ribeiro dos Anjos" userId="99f47940-580c-44c8-b511-7c42fb78cd44" providerId="ADAL" clId="{2A72E5DA-72B1-4CD9-8A31-182E78F5634E}" dt="2025-01-10T21:25:23.871" v="2033" actId="478"/>
          <ac:spMkLst>
            <pc:docMk/>
            <pc:sldMk cId="67351801" sldId="281"/>
            <ac:spMk id="7" creationId="{0D5C83B4-70C8-B48D-BD58-E15118109D20}"/>
          </ac:spMkLst>
        </pc:spChg>
      </pc:sldChg>
      <pc:sldChg chg="delSp modSp add del mod">
        <pc:chgData name="Carla Albuquerque Ribeiro dos Anjos" userId="99f47940-580c-44c8-b511-7c42fb78cd44" providerId="ADAL" clId="{2A72E5DA-72B1-4CD9-8A31-182E78F5634E}" dt="2025-01-10T21:25:08.385" v="2029" actId="47"/>
        <pc:sldMkLst>
          <pc:docMk/>
          <pc:sldMk cId="2084904646" sldId="281"/>
        </pc:sldMkLst>
        <pc:spChg chg="del">
          <ac:chgData name="Carla Albuquerque Ribeiro dos Anjos" userId="99f47940-580c-44c8-b511-7c42fb78cd44" providerId="ADAL" clId="{2A72E5DA-72B1-4CD9-8A31-182E78F5634E}" dt="2025-01-10T21:24:30.090" v="2023" actId="478"/>
          <ac:spMkLst>
            <pc:docMk/>
            <pc:sldMk cId="2084904646" sldId="281"/>
            <ac:spMk id="2" creationId="{583E6A01-6508-0CD2-3043-75267C32694E}"/>
          </ac:spMkLst>
        </pc:spChg>
        <pc:spChg chg="del">
          <ac:chgData name="Carla Albuquerque Ribeiro dos Anjos" userId="99f47940-580c-44c8-b511-7c42fb78cd44" providerId="ADAL" clId="{2A72E5DA-72B1-4CD9-8A31-182E78F5634E}" dt="2025-01-10T21:24:32.100" v="2024" actId="478"/>
          <ac:spMkLst>
            <pc:docMk/>
            <pc:sldMk cId="2084904646" sldId="281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24:42.826" v="2027" actId="1076"/>
          <ac:spMkLst>
            <pc:docMk/>
            <pc:sldMk cId="2084904646" sldId="281"/>
            <ac:spMk id="4" creationId="{22109DFC-1770-6E30-C385-6BFDD107D43C}"/>
          </ac:spMkLst>
        </pc:spChg>
        <pc:spChg chg="del">
          <ac:chgData name="Carla Albuquerque Ribeiro dos Anjos" userId="99f47940-580c-44c8-b511-7c42fb78cd44" providerId="ADAL" clId="{2A72E5DA-72B1-4CD9-8A31-182E78F5634E}" dt="2025-01-10T21:24:34.285" v="2025" actId="478"/>
          <ac:spMkLst>
            <pc:docMk/>
            <pc:sldMk cId="2084904646" sldId="281"/>
            <ac:spMk id="7" creationId="{0D5C83B4-70C8-B48D-BD58-E15118109D20}"/>
          </ac:spMkLst>
        </pc:spChg>
      </pc:sldChg>
      <pc:sldChg chg="delSp modSp add mod">
        <pc:chgData name="Carla Albuquerque Ribeiro dos Anjos" userId="99f47940-580c-44c8-b511-7c42fb78cd44" providerId="ADAL" clId="{2A72E5DA-72B1-4CD9-8A31-182E78F5634E}" dt="2025-01-10T21:34:05.507" v="2243" actId="6549"/>
        <pc:sldMkLst>
          <pc:docMk/>
          <pc:sldMk cId="364617860" sldId="282"/>
        </pc:sldMkLst>
        <pc:spChg chg="del">
          <ac:chgData name="Carla Albuquerque Ribeiro dos Anjos" userId="99f47940-580c-44c8-b511-7c42fb78cd44" providerId="ADAL" clId="{2A72E5DA-72B1-4CD9-8A31-182E78F5634E}" dt="2025-01-10T21:32:42.767" v="2231" actId="478"/>
          <ac:spMkLst>
            <pc:docMk/>
            <pc:sldMk cId="364617860" sldId="282"/>
            <ac:spMk id="2" creationId="{583E6A01-6508-0CD2-3043-75267C32694E}"/>
          </ac:spMkLst>
        </pc:spChg>
        <pc:spChg chg="del">
          <ac:chgData name="Carla Albuquerque Ribeiro dos Anjos" userId="99f47940-580c-44c8-b511-7c42fb78cd44" providerId="ADAL" clId="{2A72E5DA-72B1-4CD9-8A31-182E78F5634E}" dt="2025-01-10T21:32:40.326" v="2230" actId="478"/>
          <ac:spMkLst>
            <pc:docMk/>
            <pc:sldMk cId="364617860" sldId="282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34:05.507" v="2243" actId="6549"/>
          <ac:spMkLst>
            <pc:docMk/>
            <pc:sldMk cId="364617860" sldId="282"/>
            <ac:spMk id="4" creationId="{22109DFC-1770-6E30-C385-6BFDD107D43C}"/>
          </ac:spMkLst>
        </pc:spChg>
        <pc:spChg chg="del">
          <ac:chgData name="Carla Albuquerque Ribeiro dos Anjos" userId="99f47940-580c-44c8-b511-7c42fb78cd44" providerId="ADAL" clId="{2A72E5DA-72B1-4CD9-8A31-182E78F5634E}" dt="2025-01-10T21:32:44.539" v="2232" actId="478"/>
          <ac:spMkLst>
            <pc:docMk/>
            <pc:sldMk cId="364617860" sldId="282"/>
            <ac:spMk id="7" creationId="{0D5C83B4-70C8-B48D-BD58-E15118109D20}"/>
          </ac:spMkLst>
        </pc:spChg>
      </pc:sldChg>
      <pc:sldChg chg="delSp modSp add mod">
        <pc:chgData name="Carla Albuquerque Ribeiro dos Anjos" userId="99f47940-580c-44c8-b511-7c42fb78cd44" providerId="ADAL" clId="{2A72E5DA-72B1-4CD9-8A31-182E78F5634E}" dt="2025-01-10T21:42:22.876" v="2313"/>
        <pc:sldMkLst>
          <pc:docMk/>
          <pc:sldMk cId="1588061944" sldId="283"/>
        </pc:sldMkLst>
        <pc:spChg chg="del">
          <ac:chgData name="Carla Albuquerque Ribeiro dos Anjos" userId="99f47940-580c-44c8-b511-7c42fb78cd44" providerId="ADAL" clId="{2A72E5DA-72B1-4CD9-8A31-182E78F5634E}" dt="2025-01-10T21:40:21.348" v="2290" actId="478"/>
          <ac:spMkLst>
            <pc:docMk/>
            <pc:sldMk cId="1588061944" sldId="283"/>
            <ac:spMk id="2" creationId="{583E6A01-6508-0CD2-3043-75267C32694E}"/>
          </ac:spMkLst>
        </pc:spChg>
        <pc:spChg chg="del">
          <ac:chgData name="Carla Albuquerque Ribeiro dos Anjos" userId="99f47940-580c-44c8-b511-7c42fb78cd44" providerId="ADAL" clId="{2A72E5DA-72B1-4CD9-8A31-182E78F5634E}" dt="2025-01-10T21:40:19.512" v="2289" actId="478"/>
          <ac:spMkLst>
            <pc:docMk/>
            <pc:sldMk cId="1588061944" sldId="283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40:56.506" v="2309" actId="20577"/>
          <ac:spMkLst>
            <pc:docMk/>
            <pc:sldMk cId="1588061944" sldId="283"/>
            <ac:spMk id="4" creationId="{22109DFC-1770-6E30-C385-6BFDD107D43C}"/>
          </ac:spMkLst>
        </pc:spChg>
        <pc:spChg chg="del">
          <ac:chgData name="Carla Albuquerque Ribeiro dos Anjos" userId="99f47940-580c-44c8-b511-7c42fb78cd44" providerId="ADAL" clId="{2A72E5DA-72B1-4CD9-8A31-182E78F5634E}" dt="2025-01-10T21:40:22.931" v="2291" actId="478"/>
          <ac:spMkLst>
            <pc:docMk/>
            <pc:sldMk cId="1588061944" sldId="283"/>
            <ac:spMk id="7" creationId="{0D5C83B4-70C8-B48D-BD58-E15118109D20}"/>
          </ac:spMkLst>
        </pc:spChg>
        <pc:picChg chg="del">
          <ac:chgData name="Carla Albuquerque Ribeiro dos Anjos" userId="99f47940-580c-44c8-b511-7c42fb78cd44" providerId="ADAL" clId="{2A72E5DA-72B1-4CD9-8A31-182E78F5634E}" dt="2025-01-10T21:42:22.876" v="2313"/>
          <ac:picMkLst>
            <pc:docMk/>
            <pc:sldMk cId="1588061944" sldId="283"/>
            <ac:picMk id="5" creationId="{F1BCD936-99F7-E523-F96D-2EECE580A010}"/>
          </ac:picMkLst>
        </pc:picChg>
      </pc:sldChg>
      <pc:sldChg chg="delSp modSp add mod ord">
        <pc:chgData name="Carla Albuquerque Ribeiro dos Anjos" userId="99f47940-580c-44c8-b511-7c42fb78cd44" providerId="ADAL" clId="{2A72E5DA-72B1-4CD9-8A31-182E78F5634E}" dt="2025-01-10T21:54:22.183" v="2664" actId="5793"/>
        <pc:sldMkLst>
          <pc:docMk/>
          <pc:sldMk cId="1281262894" sldId="284"/>
        </pc:sldMkLst>
        <pc:spChg chg="mod">
          <ac:chgData name="Carla Albuquerque Ribeiro dos Anjos" userId="99f47940-580c-44c8-b511-7c42fb78cd44" providerId="ADAL" clId="{2A72E5DA-72B1-4CD9-8A31-182E78F5634E}" dt="2025-01-10T21:51:25.212" v="2613" actId="1076"/>
          <ac:spMkLst>
            <pc:docMk/>
            <pc:sldMk cId="1281262894" sldId="284"/>
            <ac:spMk id="2" creationId="{583E6A01-6508-0CD2-3043-75267C32694E}"/>
          </ac:spMkLst>
        </pc:spChg>
        <pc:spChg chg="del">
          <ac:chgData name="Carla Albuquerque Ribeiro dos Anjos" userId="99f47940-580c-44c8-b511-7c42fb78cd44" providerId="ADAL" clId="{2A72E5DA-72B1-4CD9-8A31-182E78F5634E}" dt="2025-01-10T21:51:28.233" v="2614" actId="478"/>
          <ac:spMkLst>
            <pc:docMk/>
            <pc:sldMk cId="1281262894" sldId="284"/>
            <ac:spMk id="3" creationId="{3688ED47-53DE-9B4B-BE59-C572E8CDF072}"/>
          </ac:spMkLst>
        </pc:spChg>
        <pc:spChg chg="mod">
          <ac:chgData name="Carla Albuquerque Ribeiro dos Anjos" userId="99f47940-580c-44c8-b511-7c42fb78cd44" providerId="ADAL" clId="{2A72E5DA-72B1-4CD9-8A31-182E78F5634E}" dt="2025-01-10T21:54:22.183" v="2664" actId="5793"/>
          <ac:spMkLst>
            <pc:docMk/>
            <pc:sldMk cId="1281262894" sldId="284"/>
            <ac:spMk id="4" creationId="{22109DFC-1770-6E30-C385-6BFDD107D43C}"/>
          </ac:spMkLst>
        </pc:spChg>
      </pc:sldChg>
      <pc:sldChg chg="addSp delSp modSp add mod ord">
        <pc:chgData name="Carla Albuquerque Ribeiro dos Anjos" userId="99f47940-580c-44c8-b511-7c42fb78cd44" providerId="ADAL" clId="{2A72E5DA-72B1-4CD9-8A31-182E78F5634E}" dt="2025-01-10T21:54:56.586" v="2667" actId="1076"/>
        <pc:sldMkLst>
          <pc:docMk/>
          <pc:sldMk cId="857466783" sldId="285"/>
        </pc:sldMkLst>
        <pc:spChg chg="del">
          <ac:chgData name="Carla Albuquerque Ribeiro dos Anjos" userId="99f47940-580c-44c8-b511-7c42fb78cd44" providerId="ADAL" clId="{2A72E5DA-72B1-4CD9-8A31-182E78F5634E}" dt="2025-01-10T21:42:47.329" v="2317" actId="478"/>
          <ac:spMkLst>
            <pc:docMk/>
            <pc:sldMk cId="857466783" sldId="285"/>
            <ac:spMk id="10" creationId="{366C0B7B-DF80-7E9E-C2AD-BA1D990F3581}"/>
          </ac:spMkLst>
        </pc:spChg>
        <pc:spChg chg="mod">
          <ac:chgData name="Carla Albuquerque Ribeiro dos Anjos" userId="99f47940-580c-44c8-b511-7c42fb78cd44" providerId="ADAL" clId="{2A72E5DA-72B1-4CD9-8A31-182E78F5634E}" dt="2025-01-10T21:54:44.145" v="2665" actId="1076"/>
          <ac:spMkLst>
            <pc:docMk/>
            <pc:sldMk cId="857466783" sldId="285"/>
            <ac:spMk id="12" creationId="{147AD0ED-23AA-FC7A-0CCF-5D6B5F81E308}"/>
          </ac:spMkLst>
        </pc:spChg>
        <pc:picChg chg="add del mod ord">
          <ac:chgData name="Carla Albuquerque Ribeiro dos Anjos" userId="99f47940-580c-44c8-b511-7c42fb78cd44" providerId="ADAL" clId="{2A72E5DA-72B1-4CD9-8A31-182E78F5634E}" dt="2025-01-10T21:46:41.470" v="2417" actId="478"/>
          <ac:picMkLst>
            <pc:docMk/>
            <pc:sldMk cId="857466783" sldId="285"/>
            <ac:picMk id="3" creationId="{1823A53B-51AD-36B4-5975-C7905AE688FB}"/>
          </ac:picMkLst>
        </pc:picChg>
        <pc:picChg chg="add del mod">
          <ac:chgData name="Carla Albuquerque Ribeiro dos Anjos" userId="99f47940-580c-44c8-b511-7c42fb78cd44" providerId="ADAL" clId="{2A72E5DA-72B1-4CD9-8A31-182E78F5634E}" dt="2025-01-10T21:48:12.792" v="2584" actId="478"/>
          <ac:picMkLst>
            <pc:docMk/>
            <pc:sldMk cId="857466783" sldId="285"/>
            <ac:picMk id="5" creationId="{A11AD384-2684-ED1E-55E9-C80CF5606297}"/>
          </ac:picMkLst>
        </pc:picChg>
        <pc:picChg chg="add mod">
          <ac:chgData name="Carla Albuquerque Ribeiro dos Anjos" userId="99f47940-580c-44c8-b511-7c42fb78cd44" providerId="ADAL" clId="{2A72E5DA-72B1-4CD9-8A31-182E78F5634E}" dt="2025-01-10T21:54:56.586" v="2667" actId="1076"/>
          <ac:picMkLst>
            <pc:docMk/>
            <pc:sldMk cId="857466783" sldId="285"/>
            <ac:picMk id="7" creationId="{1D0FB6A0-DF8D-1F00-7995-31EE8A62E966}"/>
          </ac:picMkLst>
        </pc:picChg>
        <pc:picChg chg="del">
          <ac:chgData name="Carla Albuquerque Ribeiro dos Anjos" userId="99f47940-580c-44c8-b511-7c42fb78cd44" providerId="ADAL" clId="{2A72E5DA-72B1-4CD9-8A31-182E78F5634E}" dt="2025-01-10T21:43:16.305" v="2389" actId="478"/>
          <ac:picMkLst>
            <pc:docMk/>
            <pc:sldMk cId="857466783" sldId="285"/>
            <ac:picMk id="9" creationId="{DC2A9A3A-E258-10FD-A227-0BA50C4626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58847-963C-43AF-86C9-061BD8737DFB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2B8B1-C87F-4A57-B647-B903AA662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76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85B0-3EC8-4E61-A5FF-16387367DDDE}" type="datetime1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32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169B-75B2-4A27-914B-957DC588076F}" type="datetime1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21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FBDB-A2BC-4322-916A-57689E1CFE9D}" type="datetime1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85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D06A-7278-49F2-8B5E-102A5738391D}" type="datetime1">
              <a:rPr lang="pt-BR" smtClean="0"/>
              <a:t>13/01/2025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61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9CA6-5033-4626-AB7F-6EDACABCDE71}" type="datetime1">
              <a:rPr lang="pt-BR" smtClean="0"/>
              <a:t>13/01/2025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91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3F07-8E15-4F83-842A-2F07B9B65C41}" type="datetime1">
              <a:rPr lang="pt-BR" smtClean="0"/>
              <a:t>13/01/2025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66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23C1E-304B-43FD-9385-DCC890C9E2F1}" type="datetime1">
              <a:rPr lang="pt-BR" smtClean="0"/>
              <a:t>13/01/2025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55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F7124-729C-4A33-936B-51AEBFB5D9C7}" type="datetime1">
              <a:rPr lang="pt-BR" smtClean="0"/>
              <a:t>13/01/2025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533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92290-8853-4B02-B761-487A5AA60BF5}" type="datetime1">
              <a:rPr lang="pt-BR" smtClean="0"/>
              <a:t>13/01/2025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13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D698-DA07-4662-BBA6-AA88604454AF}" type="datetime1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19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06F5-C6D9-4833-AC6C-4121DA69F0CB}" type="datetime1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59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AB0CC-E25A-41ED-B65B-3FFDA8B0B0C8}" type="datetime1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B87DD-62CC-43DF-92C7-E376A496A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82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3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4C3BDF4F-9F7C-E0AE-81ED-C5533535590C}"/>
              </a:ext>
            </a:extLst>
          </p:cNvPr>
          <p:cNvSpPr txBox="1"/>
          <p:nvPr/>
        </p:nvSpPr>
        <p:spPr>
          <a:xfrm>
            <a:off x="741154" y="1109093"/>
            <a:ext cx="83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Caixa ao Lado dos Brasileiros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287200E-AE84-9C03-7C91-20BDFDE0F2FD}"/>
              </a:ext>
            </a:extLst>
          </p:cNvPr>
          <p:cNvSpPr txBox="1"/>
          <p:nvPr/>
        </p:nvSpPr>
        <p:spPr>
          <a:xfrm>
            <a:off x="1331982" y="1823306"/>
            <a:ext cx="7206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9900"/>
                </a:solidFill>
              </a:rPr>
              <a:t>164 anos fazendo história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FE1D9BB-C061-1A2A-72BE-4CDDA6B5D6E0}"/>
              </a:ext>
            </a:extLst>
          </p:cNvPr>
          <p:cNvSpPr txBox="1"/>
          <p:nvPr/>
        </p:nvSpPr>
        <p:spPr>
          <a:xfrm>
            <a:off x="1243234" y="8747885"/>
            <a:ext cx="75741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accent2"/>
                </a:solidFill>
              </a:rPr>
              <a:t>Desde sua fundação a Caixa Econômica Federal  é mais  do que um banco: uma parceira na realização de sonhos, no suporte em momentos difíceis e no incentivo ao progresso.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4211E1-3BAB-790D-A1DA-FF0149BFC791}"/>
              </a:ext>
            </a:extLst>
          </p:cNvPr>
          <p:cNvSpPr txBox="1"/>
          <p:nvPr/>
        </p:nvSpPr>
        <p:spPr>
          <a:xfrm>
            <a:off x="3403268" y="11059886"/>
            <a:ext cx="572588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Carla Ribeiro</a:t>
            </a:r>
          </a:p>
        </p:txBody>
      </p:sp>
      <p:pic>
        <p:nvPicPr>
          <p:cNvPr id="4" name="Imagem 3" descr="Imagem digital fictícia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C59A0AF5-F31D-57CE-239B-3B5273E19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236" y="3309506"/>
            <a:ext cx="7206344" cy="453695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9627A37-14F3-18FE-6106-D31E012D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80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DC2A9A3A-E258-10FD-A227-0BA50C46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9860"/>
            <a:ext cx="8708571" cy="998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C0B7B-DF80-7E9E-C2AD-BA1D990F3581}"/>
              </a:ext>
            </a:extLst>
          </p:cNvPr>
          <p:cNvSpPr txBox="1"/>
          <p:nvPr/>
        </p:nvSpPr>
        <p:spPr>
          <a:xfrm>
            <a:off x="4696953" y="8477200"/>
            <a:ext cx="53503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01</a:t>
            </a:r>
            <a:endParaRPr lang="pt-BR" sz="30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533400" y="10831691"/>
            <a:ext cx="48223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A Caixa e a Poupança Popular (1861)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47B3865-22E1-8AA3-BC2B-35D62EA4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28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1079054" y="722215"/>
            <a:ext cx="83315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A Caixa e a Poupança Popular (1861)</a:t>
            </a: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8ED47-53DE-9B4B-BE59-C572E8CDF072}"/>
              </a:ext>
            </a:extLst>
          </p:cNvPr>
          <p:cNvSpPr txBox="1"/>
          <p:nvPr/>
        </p:nvSpPr>
        <p:spPr>
          <a:xfrm>
            <a:off x="1106407" y="1745985"/>
            <a:ext cx="77724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Origens na Era da Escravidão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960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Fundada em 1861, a Caixa Econômica Federal surgiu em um período marcado pela escravidão no Brasil. A instituição foi criada com o objetivo de incentivar a poupança e conceder empréstimos a juros baixos, especialmente para a classe trabalhadora e os mais vulneráveis. Apesar de ainda existir um sistema escravocrata, a Caixa desempenhou um papel que, indiretamente, dialogava com a ideia de emancipação econômica e social.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Um marco importante dessa relação foi a possibilidade de pessoas escravizadas economizarem, por meio da Caixa, recursos para a compra de suas alforrias. 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Com o fim da escravidão, em 1888, o Brasil enfrentou o desafio de integrar milhões de pessoas libertas à sociedade, muitas delas desprovidas de terras, oportunidades ou acesso ao crédito. A Caixa passou a se posicionar como um instrumento de inclusão financeira, incentivando a poupança das camadas mais humildes da população. 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A trajetória da Caixa está intimamente ligada à história de transformação social do Brasil, refletindo os desafios e avanços de uma nação.</a:t>
            </a:r>
            <a:endParaRPr lang="pt-BR" dirty="0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99313C-C9D5-915D-C001-C3CC6686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17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DC2A9A3A-E258-10FD-A227-0BA50C46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8499"/>
            <a:ext cx="8708571" cy="998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C0B7B-DF80-7E9E-C2AD-BA1D990F3581}"/>
              </a:ext>
            </a:extLst>
          </p:cNvPr>
          <p:cNvSpPr txBox="1"/>
          <p:nvPr/>
        </p:nvSpPr>
        <p:spPr>
          <a:xfrm>
            <a:off x="4512127" y="8406327"/>
            <a:ext cx="53503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02</a:t>
            </a:r>
            <a:endParaRPr lang="pt-BR" sz="30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533400" y="10831691"/>
            <a:ext cx="48223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Protagonista no Crédito Habitacional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BED84B9-744B-934B-F998-503CA8FB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74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1079054" y="722215"/>
            <a:ext cx="8331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Protagonista no Crédito Habitacional </a:t>
            </a: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8ED47-53DE-9B4B-BE59-C572E8CDF072}"/>
              </a:ext>
            </a:extLst>
          </p:cNvPr>
          <p:cNvSpPr txBox="1"/>
          <p:nvPr/>
        </p:nvSpPr>
        <p:spPr>
          <a:xfrm>
            <a:off x="1106407" y="1745985"/>
            <a:ext cx="77724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Transformando a Sociedade Brasileira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Desde meados do século XX, a Caixa Econômica Federal se consolidou como a principal instituição financeira de crédito habitacional no Brasil. Por meio de programas como o Sistema Financeiro da Habitação (SFH), lançado em 1964, e mais recentemente o Minha Casa Minha Vida (2009), a Caixa viabilizou o sonho da casa própria para milhões de brasileiros, especialmente famílias de baixa renda.</a:t>
            </a: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A atuação da Caixa no crédito habitacional vai além de oferecer financiamentos. Ela desempenha um papel central na redução do déficit habitacional, promovendo inclusão social e melhorando a qualidade de vida de comunidades vulneráveis. O impacto é visível: famílias que antes viviam em condições precárias ganharam acesso a moradias dignas, infraestrutura básica e uma nova perspectiva de futuro.</a:t>
            </a: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O investimento em habitação também movimenta a economia, gerando empregos no setor da construção civil e contribuindo para o crescimento das cidades. A Caixa atua como um elo entre governo, empresas e cidadãos, fomentando o desenvolvimento urbano sustentável.</a:t>
            </a: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Com uma política voltada para atender todas as faixas de renda, a Caixa não apenas promove o acesso à moradia, mas também reforça seu compromisso com a inclusão e a cidadania, transformando o crédito habitacional em um motor de impacto social e desenvolvimento econômico no Brasil.</a:t>
            </a: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algn="just"/>
            <a:endParaRPr lang="pt-BR" dirty="0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7F4383-05BA-B58D-EDCD-153C1F12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93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DC2A9A3A-E258-10FD-A227-0BA50C46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248499"/>
            <a:ext cx="8708571" cy="998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C0B7B-DF80-7E9E-C2AD-BA1D990F3581}"/>
              </a:ext>
            </a:extLst>
          </p:cNvPr>
          <p:cNvSpPr txBox="1"/>
          <p:nvPr/>
        </p:nvSpPr>
        <p:spPr>
          <a:xfrm>
            <a:off x="4446813" y="8516141"/>
            <a:ext cx="53503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03</a:t>
            </a:r>
            <a:endParaRPr lang="pt-BR" sz="30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489857" y="10870631"/>
            <a:ext cx="45611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Programas Sociais  desde 2003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43FCAC6-504E-4B64-69C6-66213DA8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44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1265850" y="691967"/>
            <a:ext cx="8331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  Programas Sociais  desde 2003</a:t>
            </a: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8ED47-53DE-9B4B-BE59-C572E8CDF072}"/>
              </a:ext>
            </a:extLst>
          </p:cNvPr>
          <p:cNvSpPr txBox="1"/>
          <p:nvPr/>
        </p:nvSpPr>
        <p:spPr>
          <a:xfrm>
            <a:off x="946965" y="1730183"/>
            <a:ext cx="77724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Impactando a vida dos brasileiros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Caixa Econômica Federal é a principal gestora de programas sociais no Brasil, desempenhando um papel estratégico na redução das desigualdades e no combate à pobreza. Sua atuação em benefícios sociais, como o Bolsa Família, o Auxílio Emergencial e o Benefício de Prestação Continuada (BPC), garante que milhões de brasileiros tenham acesso a uma renda básica para suprir necessidades essenciais.</a:t>
            </a:r>
          </a:p>
          <a:p>
            <a:pPr algn="just"/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O impacto desses programas é profundo e transformador. O Bolsa Família, por exemplo, tirou milhões de pessoas da extrema pobreza, permitindo que crianças frequentassem a escola e famílias tivessem acesso a alimentos e cuidados básicos. Durante a pandemia de COVID-19, o Auxílio Emergencial, operacionalizado pela Caixa, foi crucial para proteger a renda de trabalhadores informais e autônomos, minimizando os efeitos econômicos da crise.</a:t>
            </a:r>
          </a:p>
          <a:p>
            <a:pPr algn="just"/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Além disso, a Caixa está à frente do pagamento do Seguro-Desemprego, Abono Salarial e benefícios do FGTS, que oferecem suporte financeiro em momentos de vulnerabilidade. A eficiência na execução desses programas fortalece o compromisso da instituição com o desenvolvimento social e a inclusão financeira.</a:t>
            </a:r>
          </a:p>
          <a:p>
            <a:pPr algn="just"/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A proximidade da Caixa com a população, por meio de suas agências, lotéricas e aplicativos digitais, garante que os recursos cheguem a quem mais precisa, mesmo em regiões remotas. Assim, a Caixa não é apenas um banco, mas uma parceira do governo e da sociedade na construção de um Brasil mais justo e igualitário.</a:t>
            </a:r>
          </a:p>
          <a:p>
            <a:pPr algn="just"/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0EE1FA-744A-76CC-7048-D6C21A4A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34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DC2A9A3A-E258-10FD-A227-0BA50C46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248499"/>
            <a:ext cx="8708571" cy="998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C0B7B-DF80-7E9E-C2AD-BA1D990F3581}"/>
              </a:ext>
            </a:extLst>
          </p:cNvPr>
          <p:cNvSpPr txBox="1"/>
          <p:nvPr/>
        </p:nvSpPr>
        <p:spPr>
          <a:xfrm>
            <a:off x="4425042" y="8400111"/>
            <a:ext cx="53503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04</a:t>
            </a:r>
            <a:endParaRPr lang="pt-BR" sz="30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489857" y="10754601"/>
            <a:ext cx="45611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Apoio ao Esporte e à Cultura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D41C341-20AE-C8F9-0EFB-539F1271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805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163241" y="691967"/>
            <a:ext cx="8331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Apoio ao Esporte e à Cultura</a:t>
            </a: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8ED47-53DE-9B4B-BE59-C572E8CDF072}"/>
              </a:ext>
            </a:extLst>
          </p:cNvPr>
          <p:cNvSpPr txBox="1"/>
          <p:nvPr/>
        </p:nvSpPr>
        <p:spPr>
          <a:xfrm>
            <a:off x="849689" y="1715059"/>
            <a:ext cx="833155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Patrocinando projetos que transformam vidas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A Caixa Econômica Federal é reconhecida por seu papel no fomento à cultura e ao esporte no Brasil, promovendo iniciativas que valorizam a diversidade cultural e incentivam a prática esportiva como ferramentas de inclusão social.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Por meio do programa Caixa Cultural, a instituição apoia exposições, peças teatrais, concertos musicais, mostras de cinema e outras manifestações artísticas. Presente em cidades como Brasília, São Paulo, Rio de Janeiro, Salvador e Recife, a Caixa Cultural oferece espaços acessíveis para artistas emergentes e consagrados, democratizando o acesso à arte e promovendo a valorização do patrimônio cultural brasileiro. A entrada gratuita ou a preços populares amplia o alcance dessas iniciativas, beneficiando milhares de pessoas.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No esporte, a Caixa investe em modalidades que promovem inclusão e revelam talentos. É a principal patrocinadora do atletismo brasileiro, apoiando atletas em competições nacionais e internacionais. Também apoia esportes paralímpicos, contribuindo para a visibilidade e o desenvolvimento de modalidades adaptadas.</a:t>
            </a:r>
            <a:endParaRPr lang="pt-BR" dirty="0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Zoom de Slide 5">
                <a:extLst>
                  <a:ext uri="{FF2B5EF4-FFF2-40B4-BE49-F238E27FC236}">
                    <a16:creationId xmlns:a16="http://schemas.microsoft.com/office/drawing/2014/main" id="{07AF9F94-7EE6-D75D-F583-ADCE8D354EF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60305457"/>
                  </p:ext>
                </p:extLst>
              </p:nvPr>
            </p:nvGraphicFramePr>
            <p:xfrm>
              <a:off x="-1657350" y="7135238"/>
              <a:ext cx="2400300" cy="3200400"/>
            </p:xfrm>
            <a:graphic>
              <a:graphicData uri="http://schemas.microsoft.com/office/powerpoint/2016/slidezoom">
                <pslz:sldZm>
                  <pslz:sldZmObj sldId="281" cId="2084904646">
                    <pslz:zmPr id="{AB8F8B4F-FAF0-480C-8BC3-BF0682D74B1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00300" cy="32004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Zoom de Slide 5">
                <a:extLst>
                  <a:ext uri="{FF2B5EF4-FFF2-40B4-BE49-F238E27FC236}">
                    <a16:creationId xmlns:a16="http://schemas.microsoft.com/office/drawing/2014/main" id="{07AF9F94-7EE6-D75D-F583-ADCE8D354E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657350" y="7135238"/>
                <a:ext cx="2400300" cy="32004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33CAE2-81C7-B342-26E3-C261274C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787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DC2A9A3A-E258-10FD-A227-0BA50C46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248499"/>
            <a:ext cx="8708571" cy="998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C0B7B-DF80-7E9E-C2AD-BA1D990F3581}"/>
              </a:ext>
            </a:extLst>
          </p:cNvPr>
          <p:cNvSpPr txBox="1"/>
          <p:nvPr/>
        </p:nvSpPr>
        <p:spPr>
          <a:xfrm>
            <a:off x="3793671" y="8385512"/>
            <a:ext cx="680901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05</a:t>
            </a:r>
            <a:endParaRPr lang="pt-BR" sz="30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533399" y="10740002"/>
            <a:ext cx="43107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Compromisso com a Sustentabilidade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7C72858-9CF8-63B2-FDD7-D959ED2F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101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1269648" y="691967"/>
            <a:ext cx="81856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Compromisso com a Sustentabilidade</a:t>
            </a: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8ED47-53DE-9B4B-BE59-C572E8CDF072}"/>
              </a:ext>
            </a:extLst>
          </p:cNvPr>
          <p:cNvSpPr txBox="1"/>
          <p:nvPr/>
        </p:nvSpPr>
        <p:spPr>
          <a:xfrm>
            <a:off x="1106407" y="1783515"/>
            <a:ext cx="833155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Preservação do meio ambiente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13295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Entre as principais ações da Caixa na área de sustentabilidade, destacam-se:</a:t>
            </a:r>
          </a:p>
          <a:p>
            <a:pPr algn="just"/>
            <a:r>
              <a:rPr lang="pt-BR" sz="2400" dirty="0">
                <a:latin typeface="+mj-lt"/>
              </a:rPr>
              <a:t>	1. </a:t>
            </a:r>
            <a:r>
              <a:rPr lang="pt-BR" sz="2400" b="1" dirty="0">
                <a:latin typeface="+mj-lt"/>
              </a:rPr>
              <a:t>Financiamento de Energias Renováveis: </a:t>
            </a:r>
            <a:r>
              <a:rPr lang="pt-BR" sz="2400" dirty="0">
                <a:latin typeface="+mj-lt"/>
              </a:rPr>
              <a:t>A Caixa oferece linhas de crédito específicas para projetos de energia solar, eólica e outras fontes renováveis, incentivando empresas e residências a adotarem soluções mais limpas e eficientes.</a:t>
            </a:r>
          </a:p>
          <a:p>
            <a:pPr algn="just"/>
            <a:r>
              <a:rPr lang="pt-BR" sz="2400" dirty="0">
                <a:latin typeface="+mj-lt"/>
              </a:rPr>
              <a:t>	2. </a:t>
            </a:r>
            <a:r>
              <a:rPr lang="pt-BR" sz="2400" b="1" dirty="0">
                <a:latin typeface="+mj-lt"/>
              </a:rPr>
              <a:t>Construção Sustentável: </a:t>
            </a:r>
            <a:r>
              <a:rPr lang="pt-BR" sz="2400" dirty="0">
                <a:latin typeface="+mj-lt"/>
              </a:rPr>
              <a:t>No setor habitacional, a instituição promove a adoção de tecnologias sustentáveis, como sistemas de reuso de água, eficiência energética e materiais de construção com menor impacto ambiental em empreendimentos financiados.</a:t>
            </a:r>
          </a:p>
          <a:p>
            <a:pPr algn="just"/>
            <a:r>
              <a:rPr lang="pt-BR" sz="2400" dirty="0">
                <a:latin typeface="+mj-lt"/>
              </a:rPr>
              <a:t>	3. </a:t>
            </a:r>
            <a:r>
              <a:rPr lang="pt-BR" sz="2400" b="1" dirty="0">
                <a:latin typeface="+mj-lt"/>
              </a:rPr>
              <a:t>Gestão de Recursos Naturais</a:t>
            </a:r>
            <a:r>
              <a:rPr lang="pt-BR" sz="2400" dirty="0">
                <a:latin typeface="+mj-lt"/>
              </a:rPr>
              <a:t>: A Caixa implementa práticas internas de eficiência no uso de recursos, como redução do consumo de papel, água e energia em suas agências e unidades administrativas.</a:t>
            </a:r>
          </a:p>
          <a:p>
            <a:pPr algn="just"/>
            <a:r>
              <a:rPr lang="pt-BR" sz="2400" dirty="0">
                <a:latin typeface="+mj-lt"/>
              </a:rPr>
              <a:t>	4. </a:t>
            </a:r>
            <a:r>
              <a:rPr lang="pt-BR" sz="2400" b="1" dirty="0">
                <a:latin typeface="+mj-lt"/>
              </a:rPr>
              <a:t>Apoio a Projetos Socioambientais</a:t>
            </a:r>
            <a:r>
              <a:rPr lang="pt-BR" sz="2400" dirty="0">
                <a:latin typeface="+mj-lt"/>
              </a:rPr>
              <a:t>: Por meio de parcerias, a Caixa investe em iniciativas voltadas para a preservação de biomas, recuperação de áreas degradadas e educação ambiental em comunidades.</a:t>
            </a:r>
          </a:p>
          <a:p>
            <a:pPr algn="just"/>
            <a:r>
              <a:rPr lang="pt-BR" sz="2400" dirty="0">
                <a:latin typeface="+mj-lt"/>
              </a:rPr>
              <a:t>	5. </a:t>
            </a:r>
            <a:r>
              <a:rPr lang="pt-BR" sz="2400" b="1" dirty="0">
                <a:latin typeface="+mj-lt"/>
              </a:rPr>
              <a:t>Fundo Socioambiental Caixa: </a:t>
            </a:r>
            <a:r>
              <a:rPr lang="pt-BR" sz="2400" dirty="0">
                <a:latin typeface="+mj-lt"/>
              </a:rPr>
              <a:t>Criado para financiar projetos que promovem inclusão social e conservação ambiental, esse fundo apoia iniciativas em áreas como saneamento básico, agricultura sustentável e reciclagem.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O compromisso da Caixa com a sustentabilidade vai além de suas operações, influenciando positivamente os setores que ela atende. Dessa forma, a instituição reafirma seu papel como parceira estratégica no desenvolvimento de uma economia mais verde e sustentável, promovendo benefícios para as gerações atuais e futuras.</a:t>
            </a:r>
          </a:p>
          <a:p>
            <a:pPr algn="just"/>
            <a:endParaRPr lang="pt-BR" sz="2400" dirty="0">
              <a:latin typeface="+mj-lt"/>
            </a:endParaRPr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6A8142-DC19-9D5B-1DBF-9755518C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514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311285"/>
            <a:ext cx="737428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O compromisso da Caixa com a sustentabilidade vai além de suas operações, influenciando positivamente os setores que ela atende. Dessa forma, a instituição reafirma seu papel como parceira estratégica no desenvolvimento de uma economia mais verde e sustentável, promovendo benefícios para as gerações atuais e futuras.</a:t>
            </a:r>
          </a:p>
          <a:p>
            <a:pPr algn="just"/>
            <a:endParaRPr lang="pt-BR" sz="2400" dirty="0">
              <a:latin typeface="+mj-lt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EF25FE0-6B6F-9119-9C62-589D7748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51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DC2A9A3A-E258-10FD-A227-0BA50C46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6" y="92818"/>
            <a:ext cx="8708571" cy="998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C0B7B-DF80-7E9E-C2AD-BA1D990F3581}"/>
              </a:ext>
            </a:extLst>
          </p:cNvPr>
          <p:cNvSpPr txBox="1"/>
          <p:nvPr/>
        </p:nvSpPr>
        <p:spPr>
          <a:xfrm>
            <a:off x="3793671" y="8385512"/>
            <a:ext cx="680901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06</a:t>
            </a:r>
            <a:endParaRPr lang="pt-BR" sz="30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533398" y="10827654"/>
            <a:ext cx="43107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A Loteria como Fonte de Sonhos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78D7A04-1CD4-9BE8-E7C8-09B9EF30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74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634824" y="691967"/>
            <a:ext cx="83315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A Loteria como Fonte de Sonhos</a:t>
            </a: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8ED47-53DE-9B4B-BE59-C572E8CDF072}"/>
              </a:ext>
            </a:extLst>
          </p:cNvPr>
          <p:cNvSpPr txBox="1"/>
          <p:nvPr/>
        </p:nvSpPr>
        <p:spPr>
          <a:xfrm>
            <a:off x="781595" y="1491128"/>
            <a:ext cx="833155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Beneficiando a sociedade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Criadas em 1961, as loterias operadas pela Caixa têm como objetivo arrecadar recursos para o financiamento de áreas essenciais, como saúde, educação, segurança pública e esportes.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Entre os produtos mais populares estão a </a:t>
            </a:r>
            <a:r>
              <a:rPr lang="pt-BR" sz="2400" dirty="0" err="1">
                <a:latin typeface="+mj-lt"/>
              </a:rPr>
              <a:t>Mega-Sena</a:t>
            </a:r>
            <a:r>
              <a:rPr lang="pt-BR" sz="2400" dirty="0">
                <a:latin typeface="+mj-lt"/>
              </a:rPr>
              <a:t>, Lotofácil, Quina, Lotomania e outras modalidades que movimentam milhões de apostadores em busca de realizar seus sonhos. Mas o impacto das loterias vai muito além da premiação: cerca de 37% do total arrecadado é destinado diretamente a programas sociais, sendo uma importante fonte de financiamento para iniciativas públicas.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Os recursos provenientes das loterias são aplicados em:</a:t>
            </a:r>
          </a:p>
          <a:p>
            <a:pPr algn="just"/>
            <a:r>
              <a:rPr lang="pt-BR" sz="2400" dirty="0">
                <a:latin typeface="+mj-lt"/>
              </a:rPr>
              <a:t>	</a:t>
            </a:r>
            <a:r>
              <a:rPr lang="pt-BR" sz="2400" b="1" dirty="0">
                <a:latin typeface="+mj-lt"/>
              </a:rPr>
              <a:t>Saúde:</a:t>
            </a:r>
            <a:r>
              <a:rPr lang="pt-BR" sz="2400" dirty="0">
                <a:latin typeface="+mj-lt"/>
              </a:rPr>
              <a:t> Financiamento do Sistema Único de Saúde (SUS), contribuindo para a compra de equipamentos e medicamentos, além de ações de prevenção e atendimento médico.</a:t>
            </a:r>
          </a:p>
          <a:p>
            <a:pPr algn="just"/>
            <a:r>
              <a:rPr lang="pt-BR" sz="2400" dirty="0">
                <a:latin typeface="+mj-lt"/>
              </a:rPr>
              <a:t>	</a:t>
            </a:r>
            <a:r>
              <a:rPr lang="pt-BR" sz="2400" b="1" dirty="0">
                <a:latin typeface="+mj-lt"/>
              </a:rPr>
              <a:t>Educação:</a:t>
            </a:r>
            <a:r>
              <a:rPr lang="pt-BR" sz="2400" dirty="0">
                <a:latin typeface="+mj-lt"/>
              </a:rPr>
              <a:t> Apoio ao Fundo Nacional de Desenvolvimento da Educação (FNDE), beneficiando programas de ensino básico e superior.</a:t>
            </a:r>
          </a:p>
          <a:p>
            <a:pPr algn="just"/>
            <a:r>
              <a:rPr lang="pt-BR" sz="2400" dirty="0">
                <a:latin typeface="+mj-lt"/>
              </a:rPr>
              <a:t>	</a:t>
            </a:r>
            <a:endParaRPr lang="pt-BR" dirty="0"/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C6E715-6719-764F-F869-69AF29B1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645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710119"/>
            <a:ext cx="7374282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sz="2400" dirty="0">
                <a:latin typeface="+mj-lt"/>
              </a:rPr>
              <a:t>	</a:t>
            </a:r>
            <a:r>
              <a:rPr lang="pt-BR" sz="2400" b="1" dirty="0">
                <a:latin typeface="+mj-lt"/>
              </a:rPr>
              <a:t>Esportes:</a:t>
            </a:r>
            <a:r>
              <a:rPr lang="pt-BR" sz="2400" dirty="0">
                <a:latin typeface="+mj-lt"/>
              </a:rPr>
              <a:t> Fomento ao esporte de base e de alto rendimento, incluindo apoio ao Comitê Olímpico Brasileiro (COB) e ao Comitê Paralímpico Brasileiro (CPB).</a:t>
            </a:r>
          </a:p>
          <a:p>
            <a:pPr algn="just"/>
            <a:r>
              <a:rPr lang="pt-BR" sz="2400" dirty="0">
                <a:latin typeface="+mj-lt"/>
              </a:rPr>
              <a:t>	</a:t>
            </a:r>
            <a:r>
              <a:rPr lang="pt-BR" sz="2400" b="1" dirty="0">
                <a:latin typeface="+mj-lt"/>
              </a:rPr>
              <a:t>Segurança Pública: </a:t>
            </a:r>
            <a:r>
              <a:rPr lang="pt-BR" sz="2400" dirty="0">
                <a:latin typeface="+mj-lt"/>
              </a:rPr>
              <a:t>Reforço em políticas de combate ao crime e à violência, por meio de repasses para fundos específicos.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Além disso, as Loterias da Caixa geram empregos e estimulam a economia, com mais de 13 mil unidades lotéricas espalhadas pelo país, muitas das quais desempenham um papel importante na inclusão financeira, oferecendo serviços bancários básicos em regiões remotas.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Ao combinar entretenimento com responsabilidade social, a Caixa Econômica Federal transforma as loterias em uma ferramenta de impacto coletivo, ajudando a financiar ações que melhoram a vida de milhões de brasileiros.</a:t>
            </a:r>
          </a:p>
          <a:p>
            <a:pPr algn="just"/>
            <a:endParaRPr lang="pt-BR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047ADD3-F007-E7A5-FA83-506E63A7C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17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DC2A9A3A-E258-10FD-A227-0BA50C46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248499"/>
            <a:ext cx="8708571" cy="998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C0B7B-DF80-7E9E-C2AD-BA1D990F3581}"/>
              </a:ext>
            </a:extLst>
          </p:cNvPr>
          <p:cNvSpPr txBox="1"/>
          <p:nvPr/>
        </p:nvSpPr>
        <p:spPr>
          <a:xfrm>
            <a:off x="3880757" y="8450826"/>
            <a:ext cx="680901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07</a:t>
            </a:r>
            <a:endParaRPr lang="pt-BR" sz="30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533399" y="10238304"/>
            <a:ext cx="43107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Transformação Digital e Inclusão Financeira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B4EEA9B-846E-D267-6FA6-3467B1B7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184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-293958" y="722215"/>
            <a:ext cx="83315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Transformação Digital</a:t>
            </a:r>
          </a:p>
          <a:p>
            <a:pPr algn="ctr"/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8ED47-53DE-9B4B-BE59-C572E8CDF072}"/>
              </a:ext>
            </a:extLst>
          </p:cNvPr>
          <p:cNvSpPr txBox="1"/>
          <p:nvPr/>
        </p:nvSpPr>
        <p:spPr>
          <a:xfrm>
            <a:off x="776084" y="1613995"/>
            <a:ext cx="833155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Inclusão financeira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pt-BR" sz="2400" dirty="0">
                <a:latin typeface="+mj-lt"/>
              </a:rPr>
              <a:t>Nos últimos anos, a Caixa tem se destacado pela implementação de soluções digitais que promovem a inclusão financeira e simplificam o acesso aos seus serviços. Essa transformação digital tem permitido que milhões de brasileiros, especialmente aqueles em regiões remotas ou sem acesso ao sistema bancário tradicional, sejam incluídos na economia formal.</a:t>
            </a:r>
          </a:p>
          <a:p>
            <a:pPr algn="just"/>
            <a:r>
              <a:rPr lang="pt-BR" sz="2400" dirty="0">
                <a:latin typeface="+mj-lt"/>
              </a:rPr>
              <a:t> </a:t>
            </a:r>
          </a:p>
          <a:p>
            <a:pPr algn="just"/>
            <a:r>
              <a:rPr lang="pt-BR" sz="2400" dirty="0">
                <a:latin typeface="+mj-lt"/>
              </a:rPr>
              <a:t>Principais Iniciativas: </a:t>
            </a:r>
          </a:p>
          <a:p>
            <a:pPr algn="just"/>
            <a:r>
              <a:rPr lang="pt-BR" sz="2400" b="1" dirty="0">
                <a:latin typeface="+mj-lt"/>
              </a:rPr>
              <a:t>	1. Caixa Tem : </a:t>
            </a:r>
            <a:r>
              <a:rPr lang="pt-BR" sz="2400" dirty="0">
                <a:latin typeface="+mj-lt"/>
              </a:rPr>
              <a:t>Lançado em 2020, o aplicativo Caixa Tem foi criado para atender a milhões de brasileiros beneficiados pelo Auxílio Emergencial durante a pandemia de COVID-19. Simples e acessível, o app oferece serviços como pagamentos, transferências e consultas de saldo, além de possibilitar o acesso a outros benefícios sociais. O Caixa Tem é uma ferramenta inclusiva, permitindo que pessoas sem experiência bancária possam realizar transações digitais. </a:t>
            </a:r>
          </a:p>
          <a:p>
            <a:pPr algn="just"/>
            <a:r>
              <a:rPr lang="pt-BR" sz="2400" b="1" dirty="0">
                <a:latin typeface="+mj-lt"/>
              </a:rPr>
              <a:t>	2. Ampliação do Acesso ao Crédito : </a:t>
            </a:r>
            <a:r>
              <a:rPr lang="pt-BR" sz="2400" dirty="0">
                <a:latin typeface="+mj-lt"/>
              </a:rPr>
              <a:t>Por meio de plataformas digitais, a Caixa facilita a contratação de microcréditos para pequenos empreendedores e trabalhadores informais. Esses recursos ajudam a fomentar pequenos negócios e promovem o empreendedorismo em comunidades carentes.</a:t>
            </a:r>
          </a:p>
          <a:p>
            <a:pPr algn="just"/>
            <a:r>
              <a:rPr lang="pt-BR" sz="2400" dirty="0">
                <a:latin typeface="+mj-lt"/>
              </a:rPr>
              <a:t>  </a:t>
            </a:r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ED2D37-9986-3CCA-9F01-ED0C1D9C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61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632298"/>
            <a:ext cx="7374282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pt-BR" sz="2400" b="1" dirty="0">
                <a:latin typeface="+mj-lt"/>
              </a:rPr>
              <a:t>3. Digitalização de Serviços Bancários : </a:t>
            </a:r>
            <a:r>
              <a:rPr lang="pt-BR" sz="2400" dirty="0">
                <a:latin typeface="+mj-lt"/>
              </a:rPr>
              <a:t>A Caixa modernizou seus canais digitais, oferecendo aplicativos intuitivos para serviços como financiamento habitacional, FGTS, PIS, e loterias. Essa evolução reduziu filas em agências e tornou os serviços mais acessíveis, mesmo para quem não possui agência próxima.</a:t>
            </a:r>
          </a:p>
          <a:p>
            <a:pPr algn="just"/>
            <a:r>
              <a:rPr lang="pt-BR" sz="2400" dirty="0">
                <a:latin typeface="+mj-lt"/>
              </a:rPr>
              <a:t> 	</a:t>
            </a:r>
            <a:r>
              <a:rPr lang="pt-BR" sz="2400" b="1" dirty="0">
                <a:latin typeface="+mj-lt"/>
              </a:rPr>
              <a:t>4. Inclusão Financeira em Regiões Remotas :</a:t>
            </a:r>
            <a:r>
              <a:rPr lang="pt-BR" sz="2400" dirty="0">
                <a:latin typeface="+mj-lt"/>
              </a:rPr>
              <a:t>Com o avanço digital, a Caixa também ampliou sua presença em comunidades rurais e áreas vulneráveis, permitindo que mais brasileiros tenham acesso a contas bancárias, pagamentos digitais e benefícios sociais, promovendo maior igualdade econômica.</a:t>
            </a:r>
          </a:p>
          <a:p>
            <a:pPr algn="just"/>
            <a:r>
              <a:rPr lang="pt-BR" sz="2400" dirty="0">
                <a:latin typeface="+mj-lt"/>
              </a:rPr>
              <a:t> 	</a:t>
            </a:r>
            <a:r>
              <a:rPr lang="pt-BR" sz="2400" b="1" dirty="0">
                <a:latin typeface="+mj-lt"/>
              </a:rPr>
              <a:t>5. Educação Financeira Digital : </a:t>
            </a:r>
            <a:r>
              <a:rPr lang="pt-BR" sz="2400" dirty="0">
                <a:latin typeface="+mj-lt"/>
              </a:rPr>
              <a:t>A Caixa investe em campanhas de educação financeira, especialmente por meio de suas plataformas digitais, ajudando os brasileiros a gerir melhor seus recursos, aproveitar benefícios e explorar oportunidades de crédito e poupança.</a:t>
            </a:r>
          </a:p>
          <a:p>
            <a:pPr algn="just"/>
            <a:r>
              <a:rPr lang="pt-BR" sz="2400" dirty="0">
                <a:latin typeface="+mj-lt"/>
              </a:rPr>
              <a:t> </a:t>
            </a:r>
          </a:p>
          <a:p>
            <a:pPr algn="just"/>
            <a:r>
              <a:rPr lang="pt-BR" sz="2400" dirty="0">
                <a:latin typeface="+mj-lt"/>
              </a:rPr>
              <a:t> 	A transformação digital da Caixa não apenas modernizou a instituição, mas também trouxe dignidade e cidadania para milhões de brasileiros. Ao unir inovação tecnológica com inclusão financeira, a Caixa Econômica Federal reafirma seu papel como banco social do Brasil, garantindo que ninguém fique de fora do sistema financeiro e das oportunidades que ele oferece.</a:t>
            </a:r>
          </a:p>
          <a:p>
            <a:pPr algn="just"/>
            <a:endParaRPr lang="pt-BR" sz="2400" dirty="0">
              <a:latin typeface="+mj-lt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379E148-933C-F454-5B4C-4EA5BFFC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06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7AD0ED-23AA-FC7A-0CCF-5D6B5F81E308}"/>
              </a:ext>
            </a:extLst>
          </p:cNvPr>
          <p:cNvSpPr txBox="1"/>
          <p:nvPr/>
        </p:nvSpPr>
        <p:spPr>
          <a:xfrm>
            <a:off x="1886952" y="5312817"/>
            <a:ext cx="87646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Conclusão</a:t>
            </a:r>
          </a:p>
        </p:txBody>
      </p:sp>
      <p:pic>
        <p:nvPicPr>
          <p:cNvPr id="7" name="Imagem 6" descr="Uma imagem contendo criança, pequeno, menina, mesa&#10;&#10;Descrição gerada automaticamente">
            <a:extLst>
              <a:ext uri="{FF2B5EF4-FFF2-40B4-BE49-F238E27FC236}">
                <a16:creationId xmlns:a16="http://schemas.microsoft.com/office/drawing/2014/main" id="{1D0FB6A0-DF8D-1F00-7995-31EE8A62E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023" y="7206680"/>
            <a:ext cx="2937325" cy="1766940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9775B9D-6D3B-784B-6386-D5F361042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466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3E6A01-6508-0CD2-3043-75267C32694E}"/>
              </a:ext>
            </a:extLst>
          </p:cNvPr>
          <p:cNvSpPr txBox="1"/>
          <p:nvPr/>
        </p:nvSpPr>
        <p:spPr>
          <a:xfrm>
            <a:off x="776084" y="722215"/>
            <a:ext cx="83315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A Caixa Econômica Federal e Seu Legado na Sociedade Brasileira</a:t>
            </a:r>
            <a:endParaRPr lang="pt-BR" sz="4000" b="1" dirty="0">
              <a:ln w="22225">
                <a:solidFill>
                  <a:schemeClr val="accent2"/>
                </a:solidFill>
                <a:prstDash val="solid"/>
              </a:ln>
              <a:latin typeface="Impact" panose="020B080603090205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109DFC-1770-6E30-C385-6BFDD107D43C}"/>
              </a:ext>
            </a:extLst>
          </p:cNvPr>
          <p:cNvSpPr txBox="1"/>
          <p:nvPr/>
        </p:nvSpPr>
        <p:spPr>
          <a:xfrm>
            <a:off x="1113459" y="2568102"/>
            <a:ext cx="7374282" cy="997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+mj-lt"/>
              </a:rPr>
              <a:t>	Ao longo de 164 anos, a Caixa construiu uma trajetória marcada por sua presença em momentos decisivos da história do Brasil. Desde sua criação para fomentar a poupança popular e financiar a alforria de pessoas escravizadas, até sua atuação como gestora de políticas públicas e promotora de inclusão social, a Caixa tem se mostrado essencial na construção de um país mais justo e igualitário.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Seu papel vai além de ser um banco. É uma instituição que transforma vidas por meio de crédito habitacional, programas sociais, apoio à cultura, fomento ao esporte e compromisso com a sustentabilidade. Com a transformação digital, a Caixa também reafirma sua vocação para a inclusão, alcançando milhões de brasileiros e garantindo que o progresso e os serviços financeiros sejam acessíveis a todos.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Enquanto se adapta às mudanças do presente e do futuro, a Caixa segue fiel ao seu propósito: ser um agente de transformação e esperança na vida dos brasileiros.</a:t>
            </a:r>
          </a:p>
          <a:p>
            <a:pPr algn="just"/>
            <a:endParaRPr lang="pt-BR" sz="2400" dirty="0">
              <a:latin typeface="+mj-lt"/>
            </a:endParaRPr>
          </a:p>
          <a:p>
            <a:pPr algn="just"/>
            <a:r>
              <a:rPr lang="pt-BR" sz="2400" dirty="0">
                <a:latin typeface="+mj-lt"/>
              </a:rPr>
              <a:t>	Este ebook é uma celebração dessa jornada. Que reflete a história de um Brasil em constante busca por equidade, progresso e oportunidade para todos.</a:t>
            </a:r>
          </a:p>
          <a:p>
            <a:pPr algn="just"/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sz="2400" dirty="0">
              <a:latin typeface="+mj-lt"/>
            </a:endParaRPr>
          </a:p>
        </p:txBody>
      </p:sp>
      <p:sp>
        <p:nvSpPr>
          <p:cNvPr id="7" name="Triângulo Retângulo 6">
            <a:extLst>
              <a:ext uri="{FF2B5EF4-FFF2-40B4-BE49-F238E27FC236}">
                <a16:creationId xmlns:a16="http://schemas.microsoft.com/office/drawing/2014/main" id="{0D5C83B4-70C8-B48D-BD58-E15118109D20}"/>
              </a:ext>
            </a:extLst>
          </p:cNvPr>
          <p:cNvSpPr/>
          <p:nvPr/>
        </p:nvSpPr>
        <p:spPr>
          <a:xfrm rot="11048261">
            <a:off x="996161" y="6167"/>
            <a:ext cx="220493" cy="13716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61943F1-53B9-3D80-28F5-76C87A71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87DD-62CC-43DF-92C7-E376A496AC62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262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255</TotalTime>
  <Words>2219</Words>
  <Application>Microsoft Office PowerPoint</Application>
  <PresentationFormat>Papel A3 (297 x 420 mm)</PresentationFormat>
  <Paragraphs>134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Carla Albuquerque Ribeiro dos Anjos</dc:creator>
  <cp:lastModifiedBy>Carla Albuquerque Ribeiro dos Anjos</cp:lastModifiedBy>
  <cp:revision>1</cp:revision>
  <dcterms:created xsi:type="dcterms:W3CDTF">2025-01-10T16:50:37Z</dcterms:created>
  <dcterms:modified xsi:type="dcterms:W3CDTF">2025-01-13T14:52:40Z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33b259-87ee-4762-9a8c-7b0d155dd87f_Enabled">
    <vt:lpwstr>true</vt:lpwstr>
  </property>
  <property fmtid="{D5CDD505-2E9C-101B-9397-08002B2CF9AE}" pid="3" name="MSIP_Label_9333b259-87ee-4762-9a8c-7b0d155dd87f_SetDate">
    <vt:lpwstr>2025-01-10T17:44:41Z</vt:lpwstr>
  </property>
  <property fmtid="{D5CDD505-2E9C-101B-9397-08002B2CF9AE}" pid="4" name="MSIP_Label_9333b259-87ee-4762-9a8c-7b0d155dd87f_Method">
    <vt:lpwstr>Privileged</vt:lpwstr>
  </property>
  <property fmtid="{D5CDD505-2E9C-101B-9397-08002B2CF9AE}" pid="5" name="MSIP_Label_9333b259-87ee-4762-9a8c-7b0d155dd87f_Name">
    <vt:lpwstr>_PESSOAL</vt:lpwstr>
  </property>
  <property fmtid="{D5CDD505-2E9C-101B-9397-08002B2CF9AE}" pid="6" name="MSIP_Label_9333b259-87ee-4762-9a8c-7b0d155dd87f_SiteId">
    <vt:lpwstr>ab9bba98-684a-43fb-add8-9c2bebede229</vt:lpwstr>
  </property>
  <property fmtid="{D5CDD505-2E9C-101B-9397-08002B2CF9AE}" pid="7" name="MSIP_Label_9333b259-87ee-4762-9a8c-7b0d155dd87f_ActionId">
    <vt:lpwstr>f3945c79-5e31-4bf2-8471-1dcbf4127ca7</vt:lpwstr>
  </property>
  <property fmtid="{D5CDD505-2E9C-101B-9397-08002B2CF9AE}" pid="8" name="MSIP_Label_9333b259-87ee-4762-9a8c-7b0d155dd87f_ContentBits">
    <vt:lpwstr>1</vt:lpwstr>
  </property>
</Properties>
</file>